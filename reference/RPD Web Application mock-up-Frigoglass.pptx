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64" r:id="rId5"/>
    <p:sldId id="291" r:id="rId6"/>
    <p:sldId id="290" r:id="rId7"/>
    <p:sldId id="301" r:id="rId8"/>
    <p:sldId id="295" r:id="rId9"/>
    <p:sldId id="294" r:id="rId10"/>
    <p:sldId id="296" r:id="rId11"/>
    <p:sldId id="297" r:id="rId12"/>
    <p:sldId id="298" r:id="rId13"/>
    <p:sldId id="299" r:id="rId14"/>
    <p:sldId id="300" r:id="rId15"/>
    <p:sldId id="286" r:id="rId16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EE"/>
    <a:srgbClr val="335AFF"/>
    <a:srgbClr val="7A858C"/>
    <a:srgbClr val="1618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94"/>
  </p:normalViewPr>
  <p:slideViewPr>
    <p:cSldViewPr snapToGrid="0" snapToObjects="1">
      <p:cViewPr varScale="1">
        <p:scale>
          <a:sx n="97" d="100"/>
          <a:sy n="97" d="100"/>
        </p:scale>
        <p:origin x="7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hlot Sachin" userId="e960ace2-d410-4a35-82d0-7abedde7c652" providerId="ADAL" clId="{EAE6A586-CEC2-4C48-AC18-A8E9C4A0A09F}"/>
    <pc:docChg chg="undo custSel addSld delSld modSld sldOrd">
      <pc:chgData name="Gahlot Sachin" userId="e960ace2-d410-4a35-82d0-7abedde7c652" providerId="ADAL" clId="{EAE6A586-CEC2-4C48-AC18-A8E9C4A0A09F}" dt="2026-07-27T11:23:24.152" v="63" actId="20577"/>
      <pc:docMkLst>
        <pc:docMk/>
      </pc:docMkLst>
      <pc:sldChg chg="modSp mod">
        <pc:chgData name="Gahlot Sachin" userId="e960ace2-d410-4a35-82d0-7abedde7c652" providerId="ADAL" clId="{EAE6A586-CEC2-4C48-AC18-A8E9C4A0A09F}" dt="2026-07-27T11:23:24.152" v="63" actId="20577"/>
        <pc:sldMkLst>
          <pc:docMk/>
          <pc:sldMk cId="4268290749" sldId="264"/>
        </pc:sldMkLst>
        <pc:spChg chg="mod">
          <ac:chgData name="Gahlot Sachin" userId="e960ace2-d410-4a35-82d0-7abedde7c652" providerId="ADAL" clId="{EAE6A586-CEC2-4C48-AC18-A8E9C4A0A09F}" dt="2026-07-27T11:23:24.152" v="63" actId="20577"/>
          <ac:spMkLst>
            <pc:docMk/>
            <pc:sldMk cId="4268290749" sldId="264"/>
            <ac:spMk id="5" creationId="{1FC8FC72-020B-C54C-9BC0-3B8DF590AF54}"/>
          </ac:spMkLst>
        </pc:spChg>
      </pc:sldChg>
      <pc:sldChg chg="modSp mod">
        <pc:chgData name="Gahlot Sachin" userId="e960ace2-d410-4a35-82d0-7abedde7c652" providerId="ADAL" clId="{EAE6A586-CEC2-4C48-AC18-A8E9C4A0A09F}" dt="2026-07-27T11:22:50.170" v="46" actId="20577"/>
        <pc:sldMkLst>
          <pc:docMk/>
          <pc:sldMk cId="2530016303" sldId="291"/>
        </pc:sldMkLst>
        <pc:spChg chg="mod">
          <ac:chgData name="Gahlot Sachin" userId="e960ace2-d410-4a35-82d0-7abedde7c652" providerId="ADAL" clId="{EAE6A586-CEC2-4C48-AC18-A8E9C4A0A09F}" dt="2026-07-27T11:22:50.170" v="46" actId="20577"/>
          <ac:spMkLst>
            <pc:docMk/>
            <pc:sldMk cId="2530016303" sldId="291"/>
            <ac:spMk id="80" creationId="{5B387BD8-6EA4-F23D-3CBA-45E386C4203E}"/>
          </ac:spMkLst>
        </pc:spChg>
      </pc:sldChg>
      <pc:sldChg chg="del ord">
        <pc:chgData name="Gahlot Sachin" userId="e960ace2-d410-4a35-82d0-7abedde7c652" providerId="ADAL" clId="{EAE6A586-CEC2-4C48-AC18-A8E9C4A0A09F}" dt="2026-07-27T11:22:39.970" v="45" actId="47"/>
        <pc:sldMkLst>
          <pc:docMk/>
          <pc:sldMk cId="4088754494" sldId="292"/>
        </pc:sldMkLst>
      </pc:sldChg>
      <pc:sldChg chg="new del">
        <pc:chgData name="Gahlot Sachin" userId="e960ace2-d410-4a35-82d0-7abedde7c652" providerId="ADAL" clId="{EAE6A586-CEC2-4C48-AC18-A8E9C4A0A09F}" dt="2026-07-27T11:16:48.871" v="5" actId="47"/>
        <pc:sldMkLst>
          <pc:docMk/>
          <pc:sldMk cId="1049976447" sldId="293"/>
        </pc:sldMkLst>
      </pc:sldChg>
      <pc:sldChg chg="addSp delSp modSp add mod ord">
        <pc:chgData name="Gahlot Sachin" userId="e960ace2-d410-4a35-82d0-7abedde7c652" providerId="ADAL" clId="{EAE6A586-CEC2-4C48-AC18-A8E9C4A0A09F}" dt="2026-07-27T11:18:23.432" v="17" actId="1076"/>
        <pc:sldMkLst>
          <pc:docMk/>
          <pc:sldMk cId="2100261698" sldId="294"/>
        </pc:sldMkLst>
        <pc:spChg chg="del">
          <ac:chgData name="Gahlot Sachin" userId="e960ace2-d410-4a35-82d0-7abedde7c652" providerId="ADAL" clId="{EAE6A586-CEC2-4C48-AC18-A8E9C4A0A09F}" dt="2026-07-27T11:16:46.771" v="4" actId="478"/>
          <ac:spMkLst>
            <pc:docMk/>
            <pc:sldMk cId="2100261698" sldId="294"/>
            <ac:spMk id="2" creationId="{9EA2E4F7-B78C-AFE1-AACB-74223B1596FE}"/>
          </ac:spMkLst>
        </pc:spChg>
        <pc:spChg chg="del">
          <ac:chgData name="Gahlot Sachin" userId="e960ace2-d410-4a35-82d0-7abedde7c652" providerId="ADAL" clId="{EAE6A586-CEC2-4C48-AC18-A8E9C4A0A09F}" dt="2026-07-27T11:16:46.771" v="4" actId="478"/>
          <ac:spMkLst>
            <pc:docMk/>
            <pc:sldMk cId="2100261698" sldId="294"/>
            <ac:spMk id="3" creationId="{858C0ABB-B843-0774-6F2C-D90B440CBC4B}"/>
          </ac:spMkLst>
        </pc:spChg>
        <pc:picChg chg="add mod">
          <ac:chgData name="Gahlot Sachin" userId="e960ace2-d410-4a35-82d0-7abedde7c652" providerId="ADAL" clId="{EAE6A586-CEC2-4C48-AC18-A8E9C4A0A09F}" dt="2026-07-27T11:18:23.432" v="17" actId="1076"/>
          <ac:picMkLst>
            <pc:docMk/>
            <pc:sldMk cId="2100261698" sldId="294"/>
            <ac:picMk id="5" creationId="{0D69FEC1-A3A0-62FD-0465-A01AA8C69234}"/>
          </ac:picMkLst>
        </pc:picChg>
      </pc:sldChg>
      <pc:sldChg chg="addSp modSp add mod">
        <pc:chgData name="Gahlot Sachin" userId="e960ace2-d410-4a35-82d0-7abedde7c652" providerId="ADAL" clId="{EAE6A586-CEC2-4C48-AC18-A8E9C4A0A09F}" dt="2026-07-27T11:18:00.051" v="12" actId="1076"/>
        <pc:sldMkLst>
          <pc:docMk/>
          <pc:sldMk cId="2354454941" sldId="295"/>
        </pc:sldMkLst>
        <pc:picChg chg="add mod">
          <ac:chgData name="Gahlot Sachin" userId="e960ace2-d410-4a35-82d0-7abedde7c652" providerId="ADAL" clId="{EAE6A586-CEC2-4C48-AC18-A8E9C4A0A09F}" dt="2026-07-27T11:17:41.113" v="9" actId="1076"/>
          <ac:picMkLst>
            <pc:docMk/>
            <pc:sldMk cId="2354454941" sldId="295"/>
            <ac:picMk id="3" creationId="{C02C6BAA-8779-CCCF-3B75-7DF9C46EC12A}"/>
          </ac:picMkLst>
        </pc:picChg>
        <pc:picChg chg="add mod">
          <ac:chgData name="Gahlot Sachin" userId="e960ace2-d410-4a35-82d0-7abedde7c652" providerId="ADAL" clId="{EAE6A586-CEC2-4C48-AC18-A8E9C4A0A09F}" dt="2026-07-27T11:18:00.051" v="12" actId="1076"/>
          <ac:picMkLst>
            <pc:docMk/>
            <pc:sldMk cId="2354454941" sldId="295"/>
            <ac:picMk id="5" creationId="{D1061CA3-7B30-A3C1-E138-16B75C263EB9}"/>
          </ac:picMkLst>
        </pc:picChg>
      </pc:sldChg>
      <pc:sldChg chg="addSp delSp modSp add mod">
        <pc:chgData name="Gahlot Sachin" userId="e960ace2-d410-4a35-82d0-7abedde7c652" providerId="ADAL" clId="{EAE6A586-CEC2-4C48-AC18-A8E9C4A0A09F}" dt="2026-07-27T11:18:45.806" v="22" actId="1076"/>
        <pc:sldMkLst>
          <pc:docMk/>
          <pc:sldMk cId="4125191643" sldId="296"/>
        </pc:sldMkLst>
        <pc:picChg chg="add mod">
          <ac:chgData name="Gahlot Sachin" userId="e960ace2-d410-4a35-82d0-7abedde7c652" providerId="ADAL" clId="{EAE6A586-CEC2-4C48-AC18-A8E9C4A0A09F}" dt="2026-07-27T11:18:45.806" v="22" actId="1076"/>
          <ac:picMkLst>
            <pc:docMk/>
            <pc:sldMk cId="4125191643" sldId="296"/>
            <ac:picMk id="3" creationId="{483F55E3-2F0E-8C80-4A57-353111B70EEB}"/>
          </ac:picMkLst>
        </pc:picChg>
        <pc:picChg chg="del">
          <ac:chgData name="Gahlot Sachin" userId="e960ace2-d410-4a35-82d0-7abedde7c652" providerId="ADAL" clId="{EAE6A586-CEC2-4C48-AC18-A8E9C4A0A09F}" dt="2026-07-27T11:18:41.106" v="19" actId="478"/>
          <ac:picMkLst>
            <pc:docMk/>
            <pc:sldMk cId="4125191643" sldId="296"/>
            <ac:picMk id="5" creationId="{290A84B7-7684-5166-170E-A0AED61D9D1A}"/>
          </ac:picMkLst>
        </pc:picChg>
      </pc:sldChg>
      <pc:sldChg chg="addSp delSp modSp add del mod">
        <pc:chgData name="Gahlot Sachin" userId="e960ace2-d410-4a35-82d0-7abedde7c652" providerId="ADAL" clId="{EAE6A586-CEC2-4C48-AC18-A8E9C4A0A09F}" dt="2026-07-27T11:19:14.869" v="29" actId="2696"/>
        <pc:sldMkLst>
          <pc:docMk/>
          <pc:sldMk cId="2663975224" sldId="297"/>
        </pc:sldMkLst>
        <pc:picChg chg="del">
          <ac:chgData name="Gahlot Sachin" userId="e960ace2-d410-4a35-82d0-7abedde7c652" providerId="ADAL" clId="{EAE6A586-CEC2-4C48-AC18-A8E9C4A0A09F}" dt="2026-07-27T11:19:05.746" v="24" actId="478"/>
          <ac:picMkLst>
            <pc:docMk/>
            <pc:sldMk cId="2663975224" sldId="297"/>
            <ac:picMk id="3" creationId="{F66750CD-0668-330D-684F-828C0EB048D9}"/>
          </ac:picMkLst>
        </pc:picChg>
        <pc:picChg chg="add mod">
          <ac:chgData name="Gahlot Sachin" userId="e960ace2-d410-4a35-82d0-7abedde7c652" providerId="ADAL" clId="{EAE6A586-CEC2-4C48-AC18-A8E9C4A0A09F}" dt="2026-07-27T11:19:09.269" v="27" actId="1076"/>
          <ac:picMkLst>
            <pc:docMk/>
            <pc:sldMk cId="2663975224" sldId="297"/>
            <ac:picMk id="4" creationId="{02AB99A4-ADB4-8E98-B062-C37CBBEC831E}"/>
          </ac:picMkLst>
        </pc:picChg>
      </pc:sldChg>
      <pc:sldChg chg="addSp delSp modSp add mod">
        <pc:chgData name="Gahlot Sachin" userId="e960ace2-d410-4a35-82d0-7abedde7c652" providerId="ADAL" clId="{EAE6A586-CEC2-4C48-AC18-A8E9C4A0A09F}" dt="2026-07-27T11:19:38.995" v="34" actId="1076"/>
        <pc:sldMkLst>
          <pc:docMk/>
          <pc:sldMk cId="1599001662" sldId="298"/>
        </pc:sldMkLst>
        <pc:picChg chg="add mod">
          <ac:chgData name="Gahlot Sachin" userId="e960ace2-d410-4a35-82d0-7abedde7c652" providerId="ADAL" clId="{EAE6A586-CEC2-4C48-AC18-A8E9C4A0A09F}" dt="2026-07-27T11:19:38.995" v="34" actId="1076"/>
          <ac:picMkLst>
            <pc:docMk/>
            <pc:sldMk cId="1599001662" sldId="298"/>
            <ac:picMk id="3" creationId="{4E95FB15-DE79-B763-588D-DAEB9A5C89B8}"/>
          </ac:picMkLst>
        </pc:picChg>
        <pc:picChg chg="del">
          <ac:chgData name="Gahlot Sachin" userId="e960ace2-d410-4a35-82d0-7abedde7c652" providerId="ADAL" clId="{EAE6A586-CEC2-4C48-AC18-A8E9C4A0A09F}" dt="2026-07-27T11:19:20.109" v="31" actId="478"/>
          <ac:picMkLst>
            <pc:docMk/>
            <pc:sldMk cId="1599001662" sldId="298"/>
            <ac:picMk id="4" creationId="{C53636F6-6BA0-9E98-33D5-FD5A3B9DEAAB}"/>
          </ac:picMkLst>
        </pc:picChg>
      </pc:sldChg>
      <pc:sldChg chg="add">
        <pc:chgData name="Gahlot Sachin" userId="e960ace2-d410-4a35-82d0-7abedde7c652" providerId="ADAL" clId="{EAE6A586-CEC2-4C48-AC18-A8E9C4A0A09F}" dt="2026-07-27T11:19:41.369" v="35" actId="2890"/>
        <pc:sldMkLst>
          <pc:docMk/>
          <pc:sldMk cId="2140175921" sldId="299"/>
        </pc:sldMkLst>
      </pc:sldChg>
      <pc:sldChg chg="addSp delSp modSp add mod">
        <pc:chgData name="Gahlot Sachin" userId="e960ace2-d410-4a35-82d0-7abedde7c652" providerId="ADAL" clId="{EAE6A586-CEC2-4C48-AC18-A8E9C4A0A09F}" dt="2026-07-27T11:20:03.124" v="40" actId="1076"/>
        <pc:sldMkLst>
          <pc:docMk/>
          <pc:sldMk cId="1414139955" sldId="300"/>
        </pc:sldMkLst>
        <pc:picChg chg="del">
          <ac:chgData name="Gahlot Sachin" userId="e960ace2-d410-4a35-82d0-7abedde7c652" providerId="ADAL" clId="{EAE6A586-CEC2-4C48-AC18-A8E9C4A0A09F}" dt="2026-07-27T11:19:59.998" v="37" actId="478"/>
          <ac:picMkLst>
            <pc:docMk/>
            <pc:sldMk cId="1414139955" sldId="300"/>
            <ac:picMk id="3" creationId="{06AFDDF0-E2FD-AD48-38A5-D74CDCAF0D7A}"/>
          </ac:picMkLst>
        </pc:picChg>
        <pc:picChg chg="add mod">
          <ac:chgData name="Gahlot Sachin" userId="e960ace2-d410-4a35-82d0-7abedde7c652" providerId="ADAL" clId="{EAE6A586-CEC2-4C48-AC18-A8E9C4A0A09F}" dt="2026-07-27T11:20:03.124" v="40" actId="1076"/>
          <ac:picMkLst>
            <pc:docMk/>
            <pc:sldMk cId="1414139955" sldId="300"/>
            <ac:picMk id="4" creationId="{D62234F4-599B-DBA4-09CA-DD4B190AC2FC}"/>
          </ac:picMkLst>
        </pc:picChg>
      </pc:sldChg>
      <pc:sldChg chg="addSp delSp modSp add mod ord">
        <pc:chgData name="Gahlot Sachin" userId="e960ace2-d410-4a35-82d0-7abedde7c652" providerId="ADAL" clId="{EAE6A586-CEC2-4C48-AC18-A8E9C4A0A09F}" dt="2026-07-27T11:23:12.036" v="48"/>
        <pc:sldMkLst>
          <pc:docMk/>
          <pc:sldMk cId="1634326013" sldId="301"/>
        </pc:sldMkLst>
        <pc:picChg chg="add mod">
          <ac:chgData name="Gahlot Sachin" userId="e960ace2-d410-4a35-82d0-7abedde7c652" providerId="ADAL" clId="{EAE6A586-CEC2-4C48-AC18-A8E9C4A0A09F}" dt="2026-07-27T11:22:21.798" v="44" actId="1076"/>
          <ac:picMkLst>
            <pc:docMk/>
            <pc:sldMk cId="1634326013" sldId="301"/>
            <ac:picMk id="3" creationId="{0DBE05AF-BAE2-577D-D68B-CC7B9CA6325D}"/>
          </ac:picMkLst>
        </pc:picChg>
        <pc:picChg chg="del">
          <ac:chgData name="Gahlot Sachin" userId="e960ace2-d410-4a35-82d0-7abedde7c652" providerId="ADAL" clId="{EAE6A586-CEC2-4C48-AC18-A8E9C4A0A09F}" dt="2026-07-27T11:22:19.835" v="42" actId="478"/>
          <ac:picMkLst>
            <pc:docMk/>
            <pc:sldMk cId="1634326013" sldId="301"/>
            <ac:picMk id="4" creationId="{66F4E307-71B6-9841-AA7A-0A351AC137E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135BE-103F-4E82-B0A4-A878A44D1E73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539C8-0BF8-4211-886F-84347B0B1D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797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1ACBC-EBA1-3D4A-9BCE-2E6CFBEA4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70" y="766103"/>
            <a:ext cx="9144000" cy="477837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 dirty="0"/>
              <a:t>Click to edit Master title style</a:t>
            </a:r>
            <a:endParaRPr lang="en-G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12B4F-DA88-1242-8AFC-73AE9E63F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70" y="1488230"/>
            <a:ext cx="9144000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latin typeface="Manrope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C7580-D5A4-5241-B9C7-0C5EB598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15CC-EB72-6D4E-9418-DEA777E132C7}" type="datetimeFigureOut">
              <a:rPr lang="en-GR" smtClean="0"/>
              <a:t>07/27/2026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B687E-363F-4A4C-B50F-9ED0D437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95944-E4B6-5942-84AC-B1FAD7F9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56EC-5CC2-6144-8D1D-5DDE00F9476A}" type="slidenum">
              <a:rPr lang="en-GR" smtClean="0"/>
              <a:t>‹#›</a:t>
            </a:fld>
            <a:endParaRPr lang="en-GR"/>
          </a:p>
        </p:txBody>
      </p:sp>
      <p:pic>
        <p:nvPicPr>
          <p:cNvPr id="7" name="Picture 6" descr="A black and grey logo&#10;&#10;Description automatically generated">
            <a:extLst>
              <a:ext uri="{FF2B5EF4-FFF2-40B4-BE49-F238E27FC236}">
                <a16:creationId xmlns:a16="http://schemas.microsoft.com/office/drawing/2014/main" id="{73410F9F-AE0E-0044-9C71-AD2C1F59AD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9247" y="6400580"/>
            <a:ext cx="1109105" cy="276664"/>
          </a:xfrm>
          <a:prstGeom prst="rect">
            <a:avLst/>
          </a:prstGeom>
        </p:spPr>
      </p:pic>
      <p:sp>
        <p:nvSpPr>
          <p:cNvPr id="8" name="Slide Number Placeholder 10">
            <a:extLst>
              <a:ext uri="{FF2B5EF4-FFF2-40B4-BE49-F238E27FC236}">
                <a16:creationId xmlns:a16="http://schemas.microsoft.com/office/drawing/2014/main" id="{41A675B6-DB64-CC41-9ED5-9E27FF0826D8}"/>
              </a:ext>
            </a:extLst>
          </p:cNvPr>
          <p:cNvSpPr txBox="1">
            <a:spLocks/>
          </p:cNvSpPr>
          <p:nvPr userDrawn="1"/>
        </p:nvSpPr>
        <p:spPr>
          <a:xfrm>
            <a:off x="5774382" y="6433536"/>
            <a:ext cx="643236" cy="2209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984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693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9539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38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9232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99078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98925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98771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87E4604-4012-4DE8-BF96-26AF1C3E857B}" type="slidenum">
              <a:rPr lang="en-GB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Manrope Medium" pitchFamily="2" charset="0"/>
              </a:rPr>
              <a:pPr algn="ctr"/>
              <a:t>‹#›</a:t>
            </a:fld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Manrope Medium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60E71C-B65A-C94C-BE22-FE27574AAF2F}"/>
              </a:ext>
            </a:extLst>
          </p:cNvPr>
          <p:cNvSpPr txBox="1"/>
          <p:nvPr userDrawn="1"/>
        </p:nvSpPr>
        <p:spPr>
          <a:xfrm>
            <a:off x="194583" y="6415592"/>
            <a:ext cx="3289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</a:rPr>
              <a:t>Presentation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57087F-C1BE-A046-9ED3-A9F9B2DBE61E}"/>
              </a:ext>
            </a:extLst>
          </p:cNvPr>
          <p:cNvSpPr/>
          <p:nvPr userDrawn="1"/>
        </p:nvSpPr>
        <p:spPr>
          <a:xfrm>
            <a:off x="0" y="6446591"/>
            <a:ext cx="83127" cy="214999"/>
          </a:xfrm>
          <a:prstGeom prst="rect">
            <a:avLst/>
          </a:prstGeom>
          <a:solidFill>
            <a:srgbClr val="8B0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3FF3D9-6630-3D45-B4D2-BD6561AC0F5B}"/>
              </a:ext>
            </a:extLst>
          </p:cNvPr>
          <p:cNvSpPr/>
          <p:nvPr userDrawn="1"/>
        </p:nvSpPr>
        <p:spPr>
          <a:xfrm>
            <a:off x="0" y="766103"/>
            <a:ext cx="83127" cy="1118795"/>
          </a:xfrm>
          <a:prstGeom prst="rect">
            <a:avLst/>
          </a:prstGeom>
          <a:solidFill>
            <a:srgbClr val="8B0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54604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5804C-8A09-4C46-9EDD-67B80DEB0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C3439-7C99-8141-BC38-0669A7493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819" y="1441961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718E3-B33B-6146-90AD-CBED6AE2F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15CC-EB72-6D4E-9418-DEA777E132C7}" type="datetimeFigureOut">
              <a:rPr lang="en-GR" smtClean="0"/>
              <a:t>07/27/2026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C774-F27E-FC40-95FD-233CF7956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944B8-4055-F944-B2B3-CBB219256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56EC-5CC2-6144-8D1D-5DDE00F9476A}" type="slidenum">
              <a:rPr lang="en-GR" smtClean="0"/>
              <a:t>‹#›</a:t>
            </a:fld>
            <a:endParaRPr lang="en-GR"/>
          </a:p>
        </p:txBody>
      </p:sp>
      <p:pic>
        <p:nvPicPr>
          <p:cNvPr id="7" name="Picture 6" descr="A black and grey logo&#10;&#10;Description automatically generated">
            <a:extLst>
              <a:ext uri="{FF2B5EF4-FFF2-40B4-BE49-F238E27FC236}">
                <a16:creationId xmlns:a16="http://schemas.microsoft.com/office/drawing/2014/main" id="{753B67A1-B7B2-7047-8199-19DB78E62D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9247" y="6400580"/>
            <a:ext cx="1109105" cy="2766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B4FB79-F503-EB46-9899-7F71444CB4C2}"/>
              </a:ext>
            </a:extLst>
          </p:cNvPr>
          <p:cNvSpPr/>
          <p:nvPr userDrawn="1"/>
        </p:nvSpPr>
        <p:spPr>
          <a:xfrm>
            <a:off x="0" y="6446591"/>
            <a:ext cx="83127" cy="214999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08F467-2D6E-4147-B4A5-91DA31DC644F}"/>
              </a:ext>
            </a:extLst>
          </p:cNvPr>
          <p:cNvSpPr/>
          <p:nvPr userDrawn="1"/>
        </p:nvSpPr>
        <p:spPr>
          <a:xfrm rot="5400000">
            <a:off x="3390053" y="-2801235"/>
            <a:ext cx="83127" cy="5685600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3" name="Slide Number Placeholder 10">
            <a:extLst>
              <a:ext uri="{FF2B5EF4-FFF2-40B4-BE49-F238E27FC236}">
                <a16:creationId xmlns:a16="http://schemas.microsoft.com/office/drawing/2014/main" id="{FC3B1F6E-75D5-E8B4-3394-7D72BCFC858A}"/>
              </a:ext>
            </a:extLst>
          </p:cNvPr>
          <p:cNvSpPr txBox="1">
            <a:spLocks/>
          </p:cNvSpPr>
          <p:nvPr userDrawn="1"/>
        </p:nvSpPr>
        <p:spPr>
          <a:xfrm>
            <a:off x="5774382" y="6433536"/>
            <a:ext cx="643236" cy="2209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984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693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9539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38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9232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99078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98925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98771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87E4604-4012-4DE8-BF96-26AF1C3E857B}" type="slidenum">
              <a:rPr lang="en-GB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Manrope Medium" pitchFamily="2" charset="0"/>
              </a:rPr>
              <a:pPr algn="ctr"/>
              <a:t>‹#›</a:t>
            </a:fld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Manrop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482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DC5F-7A7A-7544-822D-63A09CF25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0"/>
            <a:ext cx="10515600" cy="5587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  <a:endParaRPr lang="en-G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CE5DF-C26E-3447-8C9C-34365BE4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840676"/>
            <a:ext cx="10515600" cy="4108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Manrop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D25BC-1F58-8741-8F28-71A755E0C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15CC-EB72-6D4E-9418-DEA777E132C7}" type="datetimeFigureOut">
              <a:rPr lang="en-GR" smtClean="0"/>
              <a:t>07/27/2026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0235-9759-1D4C-90A4-DF9837FD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9C6DD-3505-1D48-AA9A-2C0185CC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56EC-5CC2-6144-8D1D-5DDE00F9476A}" type="slidenum">
              <a:rPr lang="en-GR" smtClean="0"/>
              <a:t>‹#›</a:t>
            </a:fld>
            <a:endParaRPr lang="en-GR"/>
          </a:p>
        </p:txBody>
      </p:sp>
      <p:pic>
        <p:nvPicPr>
          <p:cNvPr id="7" name="Picture 6" descr="A black and grey logo&#10;&#10;Description automatically generated">
            <a:extLst>
              <a:ext uri="{FF2B5EF4-FFF2-40B4-BE49-F238E27FC236}">
                <a16:creationId xmlns:a16="http://schemas.microsoft.com/office/drawing/2014/main" id="{2695A412-7E76-204B-BC48-35E0B30B9D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9247" y="6400580"/>
            <a:ext cx="1109105" cy="2766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EC9A028-8EC2-7A42-8B0E-3312CF2FFE73}"/>
              </a:ext>
            </a:extLst>
          </p:cNvPr>
          <p:cNvSpPr/>
          <p:nvPr userDrawn="1"/>
        </p:nvSpPr>
        <p:spPr>
          <a:xfrm>
            <a:off x="0" y="6446591"/>
            <a:ext cx="83127" cy="214999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B6B726-0E1E-3C45-98CD-4043FE2F9DBF}"/>
              </a:ext>
            </a:extLst>
          </p:cNvPr>
          <p:cNvSpPr/>
          <p:nvPr userDrawn="1"/>
        </p:nvSpPr>
        <p:spPr>
          <a:xfrm rot="5400000">
            <a:off x="3639437" y="-1381897"/>
            <a:ext cx="83127" cy="5685600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F31738-0603-697E-5009-354BA53FE613}"/>
              </a:ext>
            </a:extLst>
          </p:cNvPr>
          <p:cNvSpPr txBox="1"/>
          <p:nvPr userDrawn="1"/>
        </p:nvSpPr>
        <p:spPr>
          <a:xfrm>
            <a:off x="194583" y="6415592"/>
            <a:ext cx="3289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</a:rPr>
              <a:t>Presentation title</a:t>
            </a:r>
          </a:p>
        </p:txBody>
      </p:sp>
      <p:sp>
        <p:nvSpPr>
          <p:cNvPr id="13" name="Slide Number Placeholder 10">
            <a:extLst>
              <a:ext uri="{FF2B5EF4-FFF2-40B4-BE49-F238E27FC236}">
                <a16:creationId xmlns:a16="http://schemas.microsoft.com/office/drawing/2014/main" id="{79AB4EE7-684A-E86B-0D3E-2FD64E4744E7}"/>
              </a:ext>
            </a:extLst>
          </p:cNvPr>
          <p:cNvSpPr txBox="1">
            <a:spLocks/>
          </p:cNvSpPr>
          <p:nvPr userDrawn="1"/>
        </p:nvSpPr>
        <p:spPr>
          <a:xfrm>
            <a:off x="5774382" y="6433536"/>
            <a:ext cx="643236" cy="2209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984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693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9539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38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9232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99078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98925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98771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87E4604-4012-4DE8-BF96-26AF1C3E857B}" type="slidenum">
              <a:rPr lang="en-GB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Manrope Medium" pitchFamily="2" charset="0"/>
              </a:rPr>
              <a:pPr algn="ctr"/>
              <a:t>‹#›</a:t>
            </a:fld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Manrop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788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CA20E-6BB2-CB47-8FB0-D76D1D934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31E21-8E49-1E41-BE5E-13C1234E5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819" y="146936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335AFF"/>
              </a:buClr>
              <a:buFont typeface="System Font Regular"/>
              <a:buChar char="■"/>
              <a:defRPr sz="2400">
                <a:latin typeface="Manrope" pitchFamily="2" charset="0"/>
              </a:defRPr>
            </a:lvl1pPr>
            <a:lvl2pPr marL="685800" indent="-228600">
              <a:buClr>
                <a:srgbClr val="335AFF"/>
              </a:buClr>
              <a:buFont typeface="System Font Regular"/>
              <a:buChar char="■"/>
              <a:defRPr sz="2000">
                <a:latin typeface="Manrope" pitchFamily="2" charset="0"/>
              </a:defRPr>
            </a:lvl2pPr>
            <a:lvl3pPr marL="1143000" indent="-228600">
              <a:buClr>
                <a:srgbClr val="335AFF"/>
              </a:buClr>
              <a:buFont typeface="System Font Regular"/>
              <a:buChar char="■"/>
              <a:defRPr sz="1800">
                <a:latin typeface="Manrope" pitchFamily="2" charset="0"/>
              </a:defRPr>
            </a:lvl3pPr>
            <a:lvl4pPr marL="1600200" indent="-228600">
              <a:buClr>
                <a:srgbClr val="335AFF"/>
              </a:buClr>
              <a:buFont typeface="System Font Regular"/>
              <a:buChar char="■"/>
              <a:defRPr sz="1600">
                <a:latin typeface="Manrope" pitchFamily="2" charset="0"/>
              </a:defRPr>
            </a:lvl4pPr>
            <a:lvl5pPr marL="2057400" indent="-228600">
              <a:buClr>
                <a:srgbClr val="335AFF"/>
              </a:buClr>
              <a:buFont typeface="System Font Regular"/>
              <a:buChar char="■"/>
              <a:defRPr sz="1400">
                <a:latin typeface="Manrope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G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754AA-08E7-B246-92AF-D48F0AC3C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2819" y="146936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335AFF"/>
              </a:buClr>
              <a:buFont typeface="System Font Regular"/>
              <a:buChar char="■"/>
              <a:defRPr sz="2400">
                <a:latin typeface="Manrope" pitchFamily="2" charset="0"/>
              </a:defRPr>
            </a:lvl1pPr>
            <a:lvl2pPr marL="685800" indent="-228600">
              <a:buClr>
                <a:srgbClr val="335AFF"/>
              </a:buClr>
              <a:buFont typeface="System Font Regular"/>
              <a:buChar char="■"/>
              <a:defRPr sz="2000">
                <a:latin typeface="Manrope" pitchFamily="2" charset="0"/>
              </a:defRPr>
            </a:lvl2pPr>
            <a:lvl3pPr marL="1143000" indent="-228600">
              <a:buClr>
                <a:srgbClr val="335AFF"/>
              </a:buClr>
              <a:buFont typeface="System Font Regular"/>
              <a:buChar char="■"/>
              <a:defRPr sz="1800">
                <a:latin typeface="Manrope" pitchFamily="2" charset="0"/>
              </a:defRPr>
            </a:lvl3pPr>
            <a:lvl4pPr marL="1600200" indent="-228600">
              <a:buClr>
                <a:srgbClr val="335AFF"/>
              </a:buClr>
              <a:buFont typeface="System Font Regular"/>
              <a:buChar char="■"/>
              <a:defRPr sz="1600">
                <a:latin typeface="Manrope" pitchFamily="2" charset="0"/>
              </a:defRPr>
            </a:lvl4pPr>
            <a:lvl5pPr marL="2057400" indent="-228600">
              <a:buClr>
                <a:srgbClr val="335AFF"/>
              </a:buClr>
              <a:buFont typeface="System Font Regular"/>
              <a:buChar char="■"/>
              <a:defRPr sz="1400">
                <a:latin typeface="Manrope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G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B7E5D-74E3-4E43-8F04-590BA798D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15CC-EB72-6D4E-9418-DEA777E132C7}" type="datetimeFigureOut">
              <a:rPr lang="en-GR" smtClean="0"/>
              <a:t>07/27/2026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24B35-1975-984E-97D4-30E037844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C7AD8-D485-DF44-85DE-6DA3D98E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56EC-5CC2-6144-8D1D-5DDE00F9476A}" type="slidenum">
              <a:rPr lang="en-GR" smtClean="0"/>
              <a:t>‹#›</a:t>
            </a:fld>
            <a:endParaRPr lang="en-GR"/>
          </a:p>
        </p:txBody>
      </p:sp>
      <p:pic>
        <p:nvPicPr>
          <p:cNvPr id="8" name="Picture 7" descr="A black and grey logo&#10;&#10;Description automatically generated">
            <a:extLst>
              <a:ext uri="{FF2B5EF4-FFF2-40B4-BE49-F238E27FC236}">
                <a16:creationId xmlns:a16="http://schemas.microsoft.com/office/drawing/2014/main" id="{FF191B1B-CB2B-2847-A8F3-80FAE99721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9247" y="6400580"/>
            <a:ext cx="1109105" cy="2766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06092B0-C3EB-9D46-A682-15C24360E27F}"/>
              </a:ext>
            </a:extLst>
          </p:cNvPr>
          <p:cNvSpPr/>
          <p:nvPr userDrawn="1"/>
        </p:nvSpPr>
        <p:spPr>
          <a:xfrm>
            <a:off x="0" y="6446591"/>
            <a:ext cx="83127" cy="214999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pic>
        <p:nvPicPr>
          <p:cNvPr id="13" name="Picture 1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F63AA002-9583-3741-B0B1-57BEEFF721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48764" r="50000"/>
          <a:stretch/>
        </p:blipFill>
        <p:spPr>
          <a:xfrm>
            <a:off x="11055043" y="0"/>
            <a:ext cx="1136958" cy="11756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1F4F3D-51EF-1904-F652-669EB68C786E}"/>
              </a:ext>
            </a:extLst>
          </p:cNvPr>
          <p:cNvSpPr txBox="1"/>
          <p:nvPr userDrawn="1"/>
        </p:nvSpPr>
        <p:spPr>
          <a:xfrm>
            <a:off x="194583" y="6415592"/>
            <a:ext cx="3289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</a:rPr>
              <a:t>Presentation title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A50274C6-39AF-70CF-CA29-4791A91643BD}"/>
              </a:ext>
            </a:extLst>
          </p:cNvPr>
          <p:cNvSpPr txBox="1">
            <a:spLocks/>
          </p:cNvSpPr>
          <p:nvPr userDrawn="1"/>
        </p:nvSpPr>
        <p:spPr>
          <a:xfrm>
            <a:off x="5774382" y="6433536"/>
            <a:ext cx="643236" cy="2209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984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693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9539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38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9232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99078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98925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98771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87E4604-4012-4DE8-BF96-26AF1C3E857B}" type="slidenum">
              <a:rPr lang="en-GB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Manrope Medium" pitchFamily="2" charset="0"/>
              </a:rPr>
              <a:pPr algn="ctr"/>
              <a:t>‹#›</a:t>
            </a:fld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Manrop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91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F0D0D-3079-E946-A2F7-937D979A6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59858"/>
            <a:ext cx="10515600" cy="365126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G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F08BA-0360-0A42-940D-F4285DCDF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50912"/>
            <a:ext cx="5157787" cy="3302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0">
                <a:latin typeface="Manrope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89452-059B-D340-A47E-F2F1DBFB1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74824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335AFF"/>
              </a:buClr>
              <a:buFont typeface="Menlo Regular" panose="020B0609030804020204" pitchFamily="49" charset="0"/>
              <a:buChar char="⚙"/>
              <a:defRPr sz="1800">
                <a:latin typeface="Manrope" pitchFamily="2" charset="0"/>
              </a:defRPr>
            </a:lvl1pPr>
            <a:lvl2pPr marL="685800" indent="-228600">
              <a:buClr>
                <a:srgbClr val="335AFF"/>
              </a:buClr>
              <a:buFont typeface="Menlo Regular" panose="020B0609030804020204" pitchFamily="49" charset="0"/>
              <a:buChar char="⚙"/>
              <a:defRPr sz="1600">
                <a:latin typeface="Manrope" pitchFamily="2" charset="0"/>
              </a:defRPr>
            </a:lvl2pPr>
            <a:lvl3pPr marL="1143000" indent="-228600">
              <a:buClr>
                <a:srgbClr val="335AFF"/>
              </a:buClr>
              <a:buFont typeface="Menlo Regular" panose="020B0609030804020204" pitchFamily="49" charset="0"/>
              <a:buChar char="⚙"/>
              <a:defRPr sz="1400">
                <a:latin typeface="Manrope" pitchFamily="2" charset="0"/>
              </a:defRPr>
            </a:lvl3pPr>
            <a:lvl4pPr marL="1600200" indent="-228600">
              <a:buClr>
                <a:srgbClr val="335AFF"/>
              </a:buClr>
              <a:buFont typeface="Menlo Regular" panose="020B0609030804020204" pitchFamily="49" charset="0"/>
              <a:buChar char="⚙"/>
              <a:defRPr sz="1200">
                <a:latin typeface="Manrope" pitchFamily="2" charset="0"/>
              </a:defRPr>
            </a:lvl4pPr>
            <a:lvl5pPr marL="2057400" indent="-228600">
              <a:buClr>
                <a:srgbClr val="335AFF"/>
              </a:buClr>
              <a:buFont typeface="Menlo Regular" panose="020B0609030804020204" pitchFamily="49" charset="0"/>
              <a:buChar char="⚙"/>
              <a:defRPr sz="1000">
                <a:latin typeface="Manrope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G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3452D-70D7-2449-96FA-E5B13C65F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50912"/>
            <a:ext cx="5183188" cy="36512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0">
                <a:latin typeface="Manrope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9343D-0262-7F44-B754-95DCCAEA5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74824"/>
            <a:ext cx="5183188" cy="368458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335AFF"/>
              </a:buClr>
              <a:buFont typeface="Menlo Regular" panose="020B0609030804020204" pitchFamily="49" charset="0"/>
              <a:buChar char="⚙"/>
              <a:defRPr sz="1800">
                <a:latin typeface="Manrope" pitchFamily="2" charset="0"/>
              </a:defRPr>
            </a:lvl1pPr>
            <a:lvl2pPr marL="685800" indent="-228600">
              <a:buClr>
                <a:srgbClr val="335AFF"/>
              </a:buClr>
              <a:buFont typeface="Menlo Regular" panose="020B0609030804020204" pitchFamily="49" charset="0"/>
              <a:buChar char="⚙"/>
              <a:defRPr sz="1600">
                <a:latin typeface="Manrope" pitchFamily="2" charset="0"/>
              </a:defRPr>
            </a:lvl2pPr>
            <a:lvl3pPr marL="1143000" indent="-228600">
              <a:buClr>
                <a:srgbClr val="335AFF"/>
              </a:buClr>
              <a:buFont typeface="Menlo Regular" panose="020B0609030804020204" pitchFamily="49" charset="0"/>
              <a:buChar char="⚙"/>
              <a:defRPr sz="1400">
                <a:latin typeface="Manrope" pitchFamily="2" charset="0"/>
              </a:defRPr>
            </a:lvl3pPr>
            <a:lvl4pPr marL="1600200" indent="-228600">
              <a:buClr>
                <a:srgbClr val="335AFF"/>
              </a:buClr>
              <a:buFont typeface="Menlo Regular" panose="020B0609030804020204" pitchFamily="49" charset="0"/>
              <a:buChar char="⚙"/>
              <a:defRPr sz="1200">
                <a:latin typeface="Manrope" pitchFamily="2" charset="0"/>
              </a:defRPr>
            </a:lvl4pPr>
            <a:lvl5pPr marL="2057400" indent="-228600">
              <a:buClr>
                <a:srgbClr val="335AFF"/>
              </a:buClr>
              <a:buFont typeface="Menlo Regular" panose="020B0609030804020204" pitchFamily="49" charset="0"/>
              <a:buChar char="⚙"/>
              <a:defRPr sz="1000">
                <a:latin typeface="Manrope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G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BCBEA-469E-3A43-A91A-A16CF5D0B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15CC-EB72-6D4E-9418-DEA777E132C7}" type="datetimeFigureOut">
              <a:rPr lang="en-GR" smtClean="0"/>
              <a:t>07/27/2026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B1CF57-E449-3040-9A3C-714657F3B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BECC5A-4898-3142-9BE6-C4209CDB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56EC-5CC2-6144-8D1D-5DDE00F9476A}" type="slidenum">
              <a:rPr lang="en-GR" smtClean="0"/>
              <a:t>‹#›</a:t>
            </a:fld>
            <a:endParaRPr lang="en-GR"/>
          </a:p>
        </p:txBody>
      </p:sp>
      <p:pic>
        <p:nvPicPr>
          <p:cNvPr id="10" name="Picture 9" descr="A black and grey logo&#10;&#10;Description automatically generated">
            <a:extLst>
              <a:ext uri="{FF2B5EF4-FFF2-40B4-BE49-F238E27FC236}">
                <a16:creationId xmlns:a16="http://schemas.microsoft.com/office/drawing/2014/main" id="{216B8E3E-AA90-1C4D-A1C3-46F3795BC3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9247" y="6400580"/>
            <a:ext cx="1109105" cy="27666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2713318-9067-E246-BF77-DDF837D841AB}"/>
              </a:ext>
            </a:extLst>
          </p:cNvPr>
          <p:cNvSpPr/>
          <p:nvPr userDrawn="1"/>
        </p:nvSpPr>
        <p:spPr>
          <a:xfrm>
            <a:off x="0" y="6446591"/>
            <a:ext cx="83127" cy="214999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849217AF-2922-7DCB-4808-D8019386023F}"/>
              </a:ext>
            </a:extLst>
          </p:cNvPr>
          <p:cNvSpPr txBox="1">
            <a:spLocks/>
          </p:cNvSpPr>
          <p:nvPr userDrawn="1"/>
        </p:nvSpPr>
        <p:spPr>
          <a:xfrm>
            <a:off x="5774382" y="6433536"/>
            <a:ext cx="643236" cy="2209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984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693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9539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38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9232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99078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98925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98771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87E4604-4012-4DE8-BF96-26AF1C3E857B}" type="slidenum">
              <a:rPr lang="en-GB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Manrope Medium" pitchFamily="2" charset="0"/>
              </a:rPr>
              <a:pPr algn="ctr"/>
              <a:t>‹#›</a:t>
            </a:fld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Manrope Medium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49EB5E-A016-0468-CAF9-2AC1700623A7}"/>
              </a:ext>
            </a:extLst>
          </p:cNvPr>
          <p:cNvSpPr txBox="1"/>
          <p:nvPr userDrawn="1"/>
        </p:nvSpPr>
        <p:spPr>
          <a:xfrm>
            <a:off x="194583" y="6415592"/>
            <a:ext cx="3289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83725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99C78-C433-8C4D-A07D-34DA01CC2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15CC-EB72-6D4E-9418-DEA777E132C7}" type="datetimeFigureOut">
              <a:rPr lang="en-GR" smtClean="0"/>
              <a:t>07/27/2026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D8B0DC-1EC1-9943-B1C7-0CD0656E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C32FE-067D-5848-80F3-4C959E4E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56EC-5CC2-6144-8D1D-5DDE00F9476A}" type="slidenum">
              <a:rPr lang="en-GR" smtClean="0"/>
              <a:t>‹#›</a:t>
            </a:fld>
            <a:endParaRPr lang="en-GR"/>
          </a:p>
        </p:txBody>
      </p:sp>
      <p:pic>
        <p:nvPicPr>
          <p:cNvPr id="5" name="Picture 4" descr="A black and grey logo&#10;&#10;Description automatically generated">
            <a:extLst>
              <a:ext uri="{FF2B5EF4-FFF2-40B4-BE49-F238E27FC236}">
                <a16:creationId xmlns:a16="http://schemas.microsoft.com/office/drawing/2014/main" id="{4158AACD-E34B-DD4D-AA20-5F30C1FC5D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9247" y="6400580"/>
            <a:ext cx="1109105" cy="2766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80A469-E603-5447-B7AE-CCF2973A4018}"/>
              </a:ext>
            </a:extLst>
          </p:cNvPr>
          <p:cNvSpPr/>
          <p:nvPr userDrawn="1"/>
        </p:nvSpPr>
        <p:spPr>
          <a:xfrm>
            <a:off x="0" y="6446591"/>
            <a:ext cx="83127" cy="214999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23198-A77E-CF42-B7C1-802B30CE3D53}"/>
              </a:ext>
            </a:extLst>
          </p:cNvPr>
          <p:cNvSpPr/>
          <p:nvPr userDrawn="1"/>
        </p:nvSpPr>
        <p:spPr>
          <a:xfrm rot="5400000">
            <a:off x="6054436" y="-2801235"/>
            <a:ext cx="83127" cy="5685600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pic>
        <p:nvPicPr>
          <p:cNvPr id="11" name="Picture 10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1B1E05A0-DC87-9E44-B83D-8E58D427F7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50000"/>
          <a:stretch/>
        </p:blipFill>
        <p:spPr>
          <a:xfrm>
            <a:off x="5585131" y="58415"/>
            <a:ext cx="1021735" cy="5155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6A4040-2AED-235B-EB35-E38BE20CFC63}"/>
              </a:ext>
            </a:extLst>
          </p:cNvPr>
          <p:cNvSpPr txBox="1"/>
          <p:nvPr userDrawn="1"/>
        </p:nvSpPr>
        <p:spPr>
          <a:xfrm>
            <a:off x="194583" y="6415592"/>
            <a:ext cx="3289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</a:rPr>
              <a:t>Presentation title</a:t>
            </a:r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15B1DA35-9D26-8CE7-8A01-F906B5D92EC0}"/>
              </a:ext>
            </a:extLst>
          </p:cNvPr>
          <p:cNvSpPr txBox="1">
            <a:spLocks/>
          </p:cNvSpPr>
          <p:nvPr userDrawn="1"/>
        </p:nvSpPr>
        <p:spPr>
          <a:xfrm>
            <a:off x="5774382" y="6433536"/>
            <a:ext cx="643236" cy="2209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984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693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9539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38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9232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99078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98925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98771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87E4604-4012-4DE8-BF96-26AF1C3E857B}" type="slidenum">
              <a:rPr lang="en-GB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Manrope Medium" pitchFamily="2" charset="0"/>
              </a:rPr>
              <a:pPr algn="ctr"/>
              <a:t>‹#›</a:t>
            </a:fld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Manrop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16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99C78-C433-8C4D-A07D-34DA01CC2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15CC-EB72-6D4E-9418-DEA777E132C7}" type="datetimeFigureOut">
              <a:rPr lang="en-GR" smtClean="0"/>
              <a:t>07/27/2026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D8B0DC-1EC1-9943-B1C7-0CD0656E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C32FE-067D-5848-80F3-4C959E4E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56EC-5CC2-6144-8D1D-5DDE00F9476A}" type="slidenum">
              <a:rPr lang="en-GR" smtClean="0"/>
              <a:t>‹#›</a:t>
            </a:fld>
            <a:endParaRPr lang="en-GR"/>
          </a:p>
        </p:txBody>
      </p:sp>
      <p:pic>
        <p:nvPicPr>
          <p:cNvPr id="5" name="Picture 4" descr="A black and grey logo&#10;&#10;Description automatically generated">
            <a:extLst>
              <a:ext uri="{FF2B5EF4-FFF2-40B4-BE49-F238E27FC236}">
                <a16:creationId xmlns:a16="http://schemas.microsoft.com/office/drawing/2014/main" id="{4158AACD-E34B-DD4D-AA20-5F30C1FC5D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9247" y="6400580"/>
            <a:ext cx="1109105" cy="2766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80A469-E603-5447-B7AE-CCF2973A4018}"/>
              </a:ext>
            </a:extLst>
          </p:cNvPr>
          <p:cNvSpPr/>
          <p:nvPr userDrawn="1"/>
        </p:nvSpPr>
        <p:spPr>
          <a:xfrm>
            <a:off x="0" y="6446591"/>
            <a:ext cx="83127" cy="214999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23198-A77E-CF42-B7C1-802B30CE3D53}"/>
              </a:ext>
            </a:extLst>
          </p:cNvPr>
          <p:cNvSpPr/>
          <p:nvPr userDrawn="1"/>
        </p:nvSpPr>
        <p:spPr>
          <a:xfrm rot="5400000">
            <a:off x="6054436" y="-2801235"/>
            <a:ext cx="83127" cy="5685600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96621-642B-94E8-46F0-9CCFBEEDA962}"/>
              </a:ext>
            </a:extLst>
          </p:cNvPr>
          <p:cNvSpPr txBox="1"/>
          <p:nvPr userDrawn="1"/>
        </p:nvSpPr>
        <p:spPr>
          <a:xfrm>
            <a:off x="194583" y="6415592"/>
            <a:ext cx="3289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</a:rPr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556711C-FEA8-7ED3-FA89-033535436DDF}"/>
              </a:ext>
            </a:extLst>
          </p:cNvPr>
          <p:cNvSpPr txBox="1">
            <a:spLocks/>
          </p:cNvSpPr>
          <p:nvPr userDrawn="1"/>
        </p:nvSpPr>
        <p:spPr>
          <a:xfrm>
            <a:off x="5774382" y="6433536"/>
            <a:ext cx="643236" cy="2209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984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693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9539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38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9232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99078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98925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98771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87E4604-4012-4DE8-BF96-26AF1C3E857B}" type="slidenum">
              <a:rPr lang="en-GB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Manrope Medium" pitchFamily="2" charset="0"/>
              </a:rPr>
              <a:pPr algn="ctr"/>
              <a:t>‹#›</a:t>
            </a:fld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Manrop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33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99C78-C433-8C4D-A07D-34DA01CC2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15CC-EB72-6D4E-9418-DEA777E132C7}" type="datetimeFigureOut">
              <a:rPr lang="en-GR" smtClean="0"/>
              <a:t>07/27/2026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D8B0DC-1EC1-9943-B1C7-0CD0656E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C32FE-067D-5848-80F3-4C959E4E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56EC-5CC2-6144-8D1D-5DDE00F9476A}" type="slidenum">
              <a:rPr lang="en-GR" smtClean="0"/>
              <a:t>‹#›</a:t>
            </a:fld>
            <a:endParaRPr lang="en-GR"/>
          </a:p>
        </p:txBody>
      </p:sp>
      <p:pic>
        <p:nvPicPr>
          <p:cNvPr id="5" name="Picture 4" descr="A black and grey logo&#10;&#10;Description automatically generated">
            <a:extLst>
              <a:ext uri="{FF2B5EF4-FFF2-40B4-BE49-F238E27FC236}">
                <a16:creationId xmlns:a16="http://schemas.microsoft.com/office/drawing/2014/main" id="{4158AACD-E34B-DD4D-AA20-5F30C1FC5D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9247" y="6400580"/>
            <a:ext cx="1109105" cy="2766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80A469-E603-5447-B7AE-CCF2973A4018}"/>
              </a:ext>
            </a:extLst>
          </p:cNvPr>
          <p:cNvSpPr/>
          <p:nvPr userDrawn="1"/>
        </p:nvSpPr>
        <p:spPr>
          <a:xfrm>
            <a:off x="0" y="6446591"/>
            <a:ext cx="83127" cy="214999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420AE-E74F-4E06-974E-5C4708D2DC10}"/>
              </a:ext>
            </a:extLst>
          </p:cNvPr>
          <p:cNvSpPr txBox="1"/>
          <p:nvPr userDrawn="1"/>
        </p:nvSpPr>
        <p:spPr>
          <a:xfrm>
            <a:off x="194583" y="6415592"/>
            <a:ext cx="3289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</a:rPr>
              <a:t>Presentation title</a:t>
            </a:r>
          </a:p>
        </p:txBody>
      </p:sp>
      <p:sp>
        <p:nvSpPr>
          <p:cNvPr id="10" name="Slide Number Placeholder 10">
            <a:extLst>
              <a:ext uri="{FF2B5EF4-FFF2-40B4-BE49-F238E27FC236}">
                <a16:creationId xmlns:a16="http://schemas.microsoft.com/office/drawing/2014/main" id="{7BFFBACE-F3B8-5A28-3996-9E41A500B555}"/>
              </a:ext>
            </a:extLst>
          </p:cNvPr>
          <p:cNvSpPr txBox="1">
            <a:spLocks/>
          </p:cNvSpPr>
          <p:nvPr userDrawn="1"/>
        </p:nvSpPr>
        <p:spPr>
          <a:xfrm>
            <a:off x="5774382" y="6433536"/>
            <a:ext cx="643236" cy="2209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984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693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9539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38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9232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99078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98925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98771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87E4604-4012-4DE8-BF96-26AF1C3E857B}" type="slidenum">
              <a:rPr lang="en-GB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Manrope Medium" pitchFamily="2" charset="0"/>
              </a:rPr>
              <a:pPr algn="ctr"/>
              <a:t>‹#›</a:t>
            </a:fld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Manrop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787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53CA-359C-214E-A06A-0D8D36485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83721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GB" dirty="0"/>
              <a:t>Click to edit Master title style</a:t>
            </a:r>
            <a:endParaRPr lang="en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CC2F7-AA50-9246-A4E8-5B6C40B55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31917"/>
            <a:ext cx="6172200" cy="432913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Manrope" pitchFamily="2" charset="0"/>
              </a:defRPr>
            </a:lvl1pPr>
            <a:lvl2pPr>
              <a:defRPr sz="2000">
                <a:latin typeface="Manrope" pitchFamily="2" charset="0"/>
              </a:defRPr>
            </a:lvl2pPr>
            <a:lvl3pPr>
              <a:defRPr sz="1800">
                <a:latin typeface="Manrope" pitchFamily="2" charset="0"/>
              </a:defRPr>
            </a:lvl3pPr>
            <a:lvl4pPr>
              <a:defRPr sz="1600">
                <a:latin typeface="Manrope" pitchFamily="2" charset="0"/>
              </a:defRPr>
            </a:lvl4pPr>
            <a:lvl5pPr>
              <a:defRPr sz="1400">
                <a:latin typeface="Manrope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G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81614-6129-3B4D-8970-8E98EBAD6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31917"/>
            <a:ext cx="3932237" cy="43370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Manrop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3205A-9574-3948-A336-DBFBA76E9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15CC-EB72-6D4E-9418-DEA777E132C7}" type="datetimeFigureOut">
              <a:rPr lang="en-GR" smtClean="0"/>
              <a:t>07/27/2026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58381-B2A6-7740-8752-22B8FCBA1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11BF3-0E8D-8C40-8ADE-9678108D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56EC-5CC2-6144-8D1D-5DDE00F9476A}" type="slidenum">
              <a:rPr lang="en-GR" smtClean="0"/>
              <a:t>‹#›</a:t>
            </a:fld>
            <a:endParaRPr lang="en-GR"/>
          </a:p>
        </p:txBody>
      </p:sp>
      <p:pic>
        <p:nvPicPr>
          <p:cNvPr id="8" name="Picture 7" descr="A black and grey logo&#10;&#10;Description automatically generated">
            <a:extLst>
              <a:ext uri="{FF2B5EF4-FFF2-40B4-BE49-F238E27FC236}">
                <a16:creationId xmlns:a16="http://schemas.microsoft.com/office/drawing/2014/main" id="{B5FE81AB-4B84-0E4E-A963-FB35FC1529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9247" y="6400580"/>
            <a:ext cx="1109105" cy="2766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4B7F201-EE57-0E46-9101-E44A4FA95B43}"/>
              </a:ext>
            </a:extLst>
          </p:cNvPr>
          <p:cNvSpPr/>
          <p:nvPr userDrawn="1"/>
        </p:nvSpPr>
        <p:spPr>
          <a:xfrm>
            <a:off x="0" y="6446591"/>
            <a:ext cx="83127" cy="214999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97BE5A-55E5-D64D-B2C7-062C7D043DD7}"/>
              </a:ext>
            </a:extLst>
          </p:cNvPr>
          <p:cNvSpPr/>
          <p:nvPr userDrawn="1"/>
        </p:nvSpPr>
        <p:spPr>
          <a:xfrm rot="5400000">
            <a:off x="8226137" y="-3042949"/>
            <a:ext cx="83127" cy="6169025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79A5C4-7F34-6D15-6D32-97942C15DD5E}"/>
              </a:ext>
            </a:extLst>
          </p:cNvPr>
          <p:cNvSpPr txBox="1"/>
          <p:nvPr userDrawn="1"/>
        </p:nvSpPr>
        <p:spPr>
          <a:xfrm>
            <a:off x="194583" y="6415592"/>
            <a:ext cx="3289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</a:rPr>
              <a:t>Presentation title</a:t>
            </a: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9A556B71-7575-EAFC-E409-CED2A401C03F}"/>
              </a:ext>
            </a:extLst>
          </p:cNvPr>
          <p:cNvSpPr txBox="1">
            <a:spLocks/>
          </p:cNvSpPr>
          <p:nvPr userDrawn="1"/>
        </p:nvSpPr>
        <p:spPr>
          <a:xfrm>
            <a:off x="5774382" y="6433536"/>
            <a:ext cx="643236" cy="2209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984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693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9539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38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9232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99078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98925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98771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87E4604-4012-4DE8-BF96-26AF1C3E857B}" type="slidenum">
              <a:rPr lang="en-GB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Manrope Medium" pitchFamily="2" charset="0"/>
              </a:rPr>
              <a:pPr algn="ctr"/>
              <a:t>‹#›</a:t>
            </a:fld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Manrop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069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C43A-D244-8A48-B562-6371BBFB8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88471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GB" dirty="0"/>
              <a:t>Click to edit Master title style</a:t>
            </a:r>
            <a:endParaRPr lang="en-GR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E2999-8CF7-B947-933A-388DDE35B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555668"/>
            <a:ext cx="6172200" cy="4305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7FD15-0156-5245-A436-E26F5203D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55668"/>
            <a:ext cx="3932237" cy="4313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Manrop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06991-84FE-8245-B69E-2638AA2C2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215CC-EB72-6D4E-9418-DEA777E132C7}" type="datetimeFigureOut">
              <a:rPr lang="en-GR" smtClean="0"/>
              <a:t>07/27/2026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819C8-5115-AC45-B883-09171D0F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D77CA-158A-3643-9C51-109A3E4B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D56EC-5CC2-6144-8D1D-5DDE00F9476A}" type="slidenum">
              <a:rPr lang="en-GR" smtClean="0"/>
              <a:t>‹#›</a:t>
            </a:fld>
            <a:endParaRPr lang="en-GR"/>
          </a:p>
        </p:txBody>
      </p:sp>
      <p:pic>
        <p:nvPicPr>
          <p:cNvPr id="8" name="Picture 7" descr="A black and grey logo&#10;&#10;Description automatically generated">
            <a:extLst>
              <a:ext uri="{FF2B5EF4-FFF2-40B4-BE49-F238E27FC236}">
                <a16:creationId xmlns:a16="http://schemas.microsoft.com/office/drawing/2014/main" id="{79128301-5471-7540-8004-C309426109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9247" y="6400580"/>
            <a:ext cx="1109105" cy="2766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E9005D-2A07-244B-BADC-ABC9280DBBA5}"/>
              </a:ext>
            </a:extLst>
          </p:cNvPr>
          <p:cNvSpPr/>
          <p:nvPr userDrawn="1"/>
        </p:nvSpPr>
        <p:spPr>
          <a:xfrm>
            <a:off x="0" y="6446591"/>
            <a:ext cx="83127" cy="214999"/>
          </a:xfrm>
          <a:prstGeom prst="rect">
            <a:avLst/>
          </a:prstGeom>
          <a:solidFill>
            <a:srgbClr val="335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F2F2EA-E8FA-A44E-AB31-F014136AA833}"/>
              </a:ext>
            </a:extLst>
          </p:cNvPr>
          <p:cNvSpPr/>
          <p:nvPr userDrawn="1"/>
        </p:nvSpPr>
        <p:spPr>
          <a:xfrm rot="5400000">
            <a:off x="8226137" y="-3042949"/>
            <a:ext cx="83127" cy="6169025"/>
          </a:xfrm>
          <a:prstGeom prst="rect">
            <a:avLst/>
          </a:prstGeom>
          <a:solidFill>
            <a:srgbClr val="8B0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067E6BEA-26D5-7B4C-BB3D-B84FC031EC6A}"/>
              </a:ext>
            </a:extLst>
          </p:cNvPr>
          <p:cNvSpPr/>
          <p:nvPr userDrawn="1"/>
        </p:nvSpPr>
        <p:spPr>
          <a:xfrm>
            <a:off x="5058888" y="4564824"/>
            <a:ext cx="1436915" cy="1436915"/>
          </a:xfrm>
          <a:prstGeom prst="corner">
            <a:avLst>
              <a:gd name="adj1" fmla="val 6220"/>
              <a:gd name="adj2" fmla="val 6051"/>
            </a:avLst>
          </a:prstGeom>
          <a:solidFill>
            <a:srgbClr val="7A85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4" name="L-shape 13">
            <a:extLst>
              <a:ext uri="{FF2B5EF4-FFF2-40B4-BE49-F238E27FC236}">
                <a16:creationId xmlns:a16="http://schemas.microsoft.com/office/drawing/2014/main" id="{8490ED40-0BF9-9946-950F-254AFEEDD0F8}"/>
              </a:ext>
            </a:extLst>
          </p:cNvPr>
          <p:cNvSpPr/>
          <p:nvPr userDrawn="1"/>
        </p:nvSpPr>
        <p:spPr>
          <a:xfrm rot="10800000">
            <a:off x="10080789" y="1402279"/>
            <a:ext cx="1436915" cy="1436915"/>
          </a:xfrm>
          <a:prstGeom prst="corner">
            <a:avLst>
              <a:gd name="adj1" fmla="val 6220"/>
              <a:gd name="adj2" fmla="val 6051"/>
            </a:avLst>
          </a:prstGeom>
          <a:solidFill>
            <a:srgbClr val="7A85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E3AAEF-D801-6500-A5A3-4929D9A7C942}"/>
              </a:ext>
            </a:extLst>
          </p:cNvPr>
          <p:cNvSpPr txBox="1"/>
          <p:nvPr userDrawn="1"/>
        </p:nvSpPr>
        <p:spPr>
          <a:xfrm>
            <a:off x="194583" y="6415592"/>
            <a:ext cx="3289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</a:rPr>
              <a:t>Presentation title</a:t>
            </a:r>
          </a:p>
        </p:txBody>
      </p:sp>
      <p:sp>
        <p:nvSpPr>
          <p:cNvPr id="16" name="Slide Number Placeholder 10">
            <a:extLst>
              <a:ext uri="{FF2B5EF4-FFF2-40B4-BE49-F238E27FC236}">
                <a16:creationId xmlns:a16="http://schemas.microsoft.com/office/drawing/2014/main" id="{7547BF19-EBAB-2FF7-42BC-9A699AD250AF}"/>
              </a:ext>
            </a:extLst>
          </p:cNvPr>
          <p:cNvSpPr txBox="1">
            <a:spLocks/>
          </p:cNvSpPr>
          <p:nvPr userDrawn="1"/>
        </p:nvSpPr>
        <p:spPr>
          <a:xfrm>
            <a:off x="5774382" y="6433536"/>
            <a:ext cx="643236" cy="2209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984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693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9539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9386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9232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99078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98925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98771" algn="l" defTabSz="599846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87E4604-4012-4DE8-BF96-26AF1C3E857B}" type="slidenum">
              <a:rPr lang="en-GB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Manrope Medium" pitchFamily="2" charset="0"/>
              </a:rPr>
              <a:pPr algn="ctr"/>
              <a:t>‹#›</a:t>
            </a:fld>
            <a:endParaRPr lang="en-GB" sz="900" dirty="0">
              <a:solidFill>
                <a:schemeClr val="tx1">
                  <a:lumMod val="75000"/>
                  <a:lumOff val="25000"/>
                </a:schemeClr>
              </a:solidFill>
              <a:latin typeface="Manrop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871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2662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AF128-B46D-2543-A714-6925F346E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19" y="555130"/>
            <a:ext cx="10515600" cy="620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8A71E-C154-A24F-804D-2903778593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215CC-EB72-6D4E-9418-DEA777E132C7}" type="datetimeFigureOut">
              <a:rPr lang="en-GR" smtClean="0"/>
              <a:t>07/27/2026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B1148-32AC-1240-9710-588AD4FB4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3C46F-271E-844D-B6CA-B7FE62ACD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D56EC-5CC2-6144-8D1D-5DDE00F9476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1078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1" r:id="rId7"/>
    <p:sldLayoutId id="2147483660" r:id="rId8"/>
    <p:sldLayoutId id="2147483656" r:id="rId9"/>
    <p:sldLayoutId id="2147483657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PF Futura Neu Book" panose="02000504040000020004" pitchFamily="50" charset="0"/>
          <a:ea typeface="Roboto" panose="02000000000000000000" pitchFamily="2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E5FAA5-301A-314F-B63B-D0018E8DB1C0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rgbClr val="335A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7618F6-3CE3-394C-8A82-1F6093ADAC49}"/>
              </a:ext>
            </a:extLst>
          </p:cNvPr>
          <p:cNvSpPr/>
          <p:nvPr/>
        </p:nvSpPr>
        <p:spPr>
          <a:xfrm>
            <a:off x="5876657" y="2602612"/>
            <a:ext cx="231700" cy="1652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8FC72-020B-C54C-9BC0-3B8DF590AF54}"/>
              </a:ext>
            </a:extLst>
          </p:cNvPr>
          <p:cNvSpPr txBox="1"/>
          <p:nvPr/>
        </p:nvSpPr>
        <p:spPr>
          <a:xfrm>
            <a:off x="6096000" y="3198167"/>
            <a:ext cx="4447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335AFF"/>
                </a:solidFill>
                <a:latin typeface="PF Futura Neu Book" panose="02000504040000020004" pitchFamily="50" charset="0"/>
              </a:rPr>
              <a:t>RPD Web Application - Frigoglass</a:t>
            </a:r>
            <a:endParaRPr lang="en-GR" sz="2400" dirty="0">
              <a:solidFill>
                <a:srgbClr val="335AFF"/>
              </a:solidFill>
              <a:latin typeface="PF Futura Neu Book" panose="02000504040000020004" pitchFamily="50" charset="0"/>
            </a:endParaRPr>
          </a:p>
        </p:txBody>
      </p: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951D932F-1E1D-2640-BDB4-45AFBA1E0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47" y="2560286"/>
            <a:ext cx="4404164" cy="1652776"/>
          </a:xfrm>
          <a:prstGeom prst="rect">
            <a:avLst/>
          </a:prstGeom>
        </p:spPr>
      </p:pic>
      <p:pic>
        <p:nvPicPr>
          <p:cNvPr id="8" name="Picture 7" descr="A blue and black rectangle with lines&#10;&#10;Description automatically generated">
            <a:extLst>
              <a:ext uri="{FF2B5EF4-FFF2-40B4-BE49-F238E27FC236}">
                <a16:creationId xmlns:a16="http://schemas.microsoft.com/office/drawing/2014/main" id="{35D4B974-6BB1-7946-A66D-F2BE89E159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610"/>
          <a:stretch/>
        </p:blipFill>
        <p:spPr>
          <a:xfrm>
            <a:off x="11367739" y="1687382"/>
            <a:ext cx="824259" cy="348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90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80A6-A353-DC28-0422-6B851E935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90B6E4C8-4768-085E-9D87-3E42ED7AFAF3}"/>
              </a:ext>
            </a:extLst>
          </p:cNvPr>
          <p:cNvSpPr/>
          <p:nvPr/>
        </p:nvSpPr>
        <p:spPr>
          <a:xfrm>
            <a:off x="2743200" y="475488"/>
            <a:ext cx="9418320" cy="0"/>
          </a:xfrm>
          <a:prstGeom prst="line">
            <a:avLst/>
          </a:prstGeom>
          <a:noFill/>
          <a:ln w="19050">
            <a:solidFill>
              <a:srgbClr val="335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175">
            <a:extLst>
              <a:ext uri="{FF2B5EF4-FFF2-40B4-BE49-F238E27FC236}">
                <a16:creationId xmlns:a16="http://schemas.microsoft.com/office/drawing/2014/main" id="{29697322-C66D-2422-5619-7952B65E5BFB}"/>
              </a:ext>
            </a:extLst>
          </p:cNvPr>
          <p:cNvSpPr/>
          <p:nvPr/>
        </p:nvSpPr>
        <p:spPr>
          <a:xfrm>
            <a:off x="109728" y="6461521"/>
            <a:ext cx="11942064" cy="0"/>
          </a:xfrm>
          <a:prstGeom prst="line">
            <a:avLst/>
          </a:prstGeom>
          <a:noFill/>
          <a:ln w="6350">
            <a:solidFill>
              <a:srgbClr val="D1D7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86A98439-83B5-053F-390D-517C839230D9}"/>
              </a:ext>
            </a:extLst>
          </p:cNvPr>
          <p:cNvSpPr/>
          <p:nvPr/>
        </p:nvSpPr>
        <p:spPr>
          <a:xfrm>
            <a:off x="558761" y="1205798"/>
            <a:ext cx="11074479" cy="7620"/>
          </a:xfrm>
          <a:prstGeom prst="rect">
            <a:avLst/>
          </a:prstGeom>
          <a:solidFill>
            <a:srgbClr val="E5E3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0F16FC4-2977-13DE-9232-9C79EB116868}"/>
              </a:ext>
            </a:extLst>
          </p:cNvPr>
          <p:cNvSpPr/>
          <p:nvPr/>
        </p:nvSpPr>
        <p:spPr>
          <a:xfrm>
            <a:off x="158097" y="119778"/>
            <a:ext cx="7194468" cy="4317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RPD Platform.</a:t>
            </a: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8AB7D7C1-84BF-4F33-47F4-785008D8D135}"/>
              </a:ext>
            </a:extLst>
          </p:cNvPr>
          <p:cNvSpPr/>
          <p:nvPr/>
        </p:nvSpPr>
        <p:spPr>
          <a:xfrm>
            <a:off x="558761" y="1365819"/>
            <a:ext cx="11074479" cy="703421"/>
          </a:xfrm>
          <a:prstGeom prst="roundRect">
            <a:avLst>
              <a:gd name="adj" fmla="val 12638"/>
            </a:avLst>
          </a:prstGeom>
          <a:solidFill>
            <a:schemeClr val="accent1">
              <a:lumMod val="40000"/>
              <a:lumOff val="60000"/>
            </a:schemeClr>
          </a:solidFill>
          <a:ln w="11430">
            <a:solidFill>
              <a:srgbClr val="E5E3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63D9B938-7D29-286F-F4E7-6ED721D6479E}"/>
              </a:ext>
            </a:extLst>
          </p:cNvPr>
          <p:cNvSpPr/>
          <p:nvPr/>
        </p:nvSpPr>
        <p:spPr>
          <a:xfrm>
            <a:off x="3323511" y="1373439"/>
            <a:ext cx="7620" cy="688181"/>
          </a:xfrm>
          <a:prstGeom prst="rect">
            <a:avLst/>
          </a:prstGeom>
          <a:solidFill>
            <a:srgbClr val="E5E3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1935A271-77DB-59E6-2980-77981C404544}"/>
              </a:ext>
            </a:extLst>
          </p:cNvPr>
          <p:cNvSpPr/>
          <p:nvPr/>
        </p:nvSpPr>
        <p:spPr>
          <a:xfrm>
            <a:off x="744141" y="1513098"/>
            <a:ext cx="2473658" cy="2921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2100" b="1" kern="0" spc="-42" dirty="0">
                <a:solidFill>
                  <a:srgbClr val="1818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274 </a:t>
            </a:r>
            <a:r>
              <a:rPr lang="en-US" sz="700" kern="0" spc="-42" dirty="0">
                <a:solidFill>
                  <a:srgbClr val="6B6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projects</a:t>
            </a:r>
            <a:endParaRPr lang="en-US" sz="21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A50B2A2-5413-C0C9-164E-6D93E41EFC1B}"/>
              </a:ext>
            </a:extLst>
          </p:cNvPr>
          <p:cNvSpPr/>
          <p:nvPr/>
        </p:nvSpPr>
        <p:spPr>
          <a:xfrm>
            <a:off x="744141" y="1830519"/>
            <a:ext cx="2473658" cy="11684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550" kern="0" spc="77" dirty="0">
                <a:solidFill>
                  <a:srgbClr val="6B6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ACTIVE IN PORTFOLIO</a:t>
            </a:r>
            <a:endParaRPr lang="en-US" sz="55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E74C97E4-DF7C-235A-5D91-91BEBB82DF34}"/>
              </a:ext>
            </a:extLst>
          </p:cNvPr>
          <p:cNvSpPr/>
          <p:nvPr/>
        </p:nvSpPr>
        <p:spPr>
          <a:xfrm>
            <a:off x="6088379" y="1373439"/>
            <a:ext cx="7620" cy="688181"/>
          </a:xfrm>
          <a:prstGeom prst="rect">
            <a:avLst/>
          </a:prstGeom>
          <a:solidFill>
            <a:srgbClr val="E5E3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A0E733FC-A753-541B-20DF-E71CDC7A8813}"/>
              </a:ext>
            </a:extLst>
          </p:cNvPr>
          <p:cNvSpPr/>
          <p:nvPr/>
        </p:nvSpPr>
        <p:spPr>
          <a:xfrm>
            <a:off x="3508891" y="1513098"/>
            <a:ext cx="2473781" cy="2921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2100" b="1" kern="0" spc="-42" dirty="0">
                <a:solidFill>
                  <a:srgbClr val="1818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</a:t>
            </a:r>
            <a:r>
              <a:rPr lang="en-US" sz="700" kern="0" spc="-42" dirty="0">
                <a:solidFill>
                  <a:srgbClr val="6B6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hubs</a:t>
            </a:r>
            <a:endParaRPr lang="en-US" sz="21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B49E1CBD-879C-2F8C-4187-CE09C7E9E067}"/>
              </a:ext>
            </a:extLst>
          </p:cNvPr>
          <p:cNvSpPr/>
          <p:nvPr/>
        </p:nvSpPr>
        <p:spPr>
          <a:xfrm>
            <a:off x="3508891" y="1830519"/>
            <a:ext cx="2473781" cy="11684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550" kern="0" spc="77" dirty="0">
                <a:solidFill>
                  <a:srgbClr val="6B6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INDIA · GREECE · ROMANIA</a:t>
            </a:r>
            <a:endParaRPr lang="en-US" sz="55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022DEAEA-2BDE-2EFD-685C-80FC3720681F}"/>
              </a:ext>
            </a:extLst>
          </p:cNvPr>
          <p:cNvSpPr/>
          <p:nvPr/>
        </p:nvSpPr>
        <p:spPr>
          <a:xfrm>
            <a:off x="8853130" y="1373439"/>
            <a:ext cx="7620" cy="688181"/>
          </a:xfrm>
          <a:prstGeom prst="rect">
            <a:avLst/>
          </a:prstGeom>
          <a:solidFill>
            <a:srgbClr val="E5E3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7583CADF-272B-2475-BF48-AEA5E6750E18}"/>
              </a:ext>
            </a:extLst>
          </p:cNvPr>
          <p:cNvSpPr/>
          <p:nvPr/>
        </p:nvSpPr>
        <p:spPr>
          <a:xfrm>
            <a:off x="6273760" y="1513098"/>
            <a:ext cx="2473658" cy="2921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2100" b="1" kern="0" spc="-42" dirty="0">
                <a:solidFill>
                  <a:srgbClr val="1818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52 </a:t>
            </a:r>
            <a:r>
              <a:rPr lang="en-US" sz="700" kern="0" spc="-42" dirty="0">
                <a:solidFill>
                  <a:srgbClr val="6B6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</a:t>
            </a:r>
            <a:endParaRPr lang="en-US" sz="21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5B5E5973-B3E5-EE00-E2D6-275334438E41}"/>
              </a:ext>
            </a:extLst>
          </p:cNvPr>
          <p:cNvSpPr/>
          <p:nvPr/>
        </p:nvSpPr>
        <p:spPr>
          <a:xfrm>
            <a:off x="6273760" y="1830519"/>
            <a:ext cx="2473658" cy="11684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550" kern="0" spc="77" dirty="0">
                <a:solidFill>
                  <a:srgbClr val="6B6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FORWARD SCHEDULING HORIZON</a:t>
            </a:r>
            <a:endParaRPr lang="en-US" sz="55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A974558C-ABF3-7256-7914-468F6C915AEF}"/>
              </a:ext>
            </a:extLst>
          </p:cNvPr>
          <p:cNvSpPr/>
          <p:nvPr/>
        </p:nvSpPr>
        <p:spPr>
          <a:xfrm>
            <a:off x="9038510" y="1513098"/>
            <a:ext cx="2481629" cy="2921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2100" b="1" kern="0" spc="-42" dirty="0">
                <a:solidFill>
                  <a:srgbClr val="1818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</a:t>
            </a:r>
            <a:r>
              <a:rPr lang="en-US" sz="700" kern="0" spc="-42" dirty="0">
                <a:solidFill>
                  <a:srgbClr val="6B6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surfaces</a:t>
            </a:r>
            <a:endParaRPr lang="en-US" sz="21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E250D102-BB53-7A5F-B9D9-7E119009F42F}"/>
              </a:ext>
            </a:extLst>
          </p:cNvPr>
          <p:cNvSpPr/>
          <p:nvPr/>
        </p:nvSpPr>
        <p:spPr>
          <a:xfrm>
            <a:off x="9038510" y="1830519"/>
            <a:ext cx="2481629" cy="11684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550" kern="0" spc="77" dirty="0">
                <a:solidFill>
                  <a:srgbClr val="6B6B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DASHBOARD · GANTT · KANBAN · CAPACITY</a:t>
            </a:r>
            <a:endParaRPr lang="en-US" sz="55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4FD8ACFF-9D24-DC13-1572-D4E768B84A0F}"/>
              </a:ext>
            </a:extLst>
          </p:cNvPr>
          <p:cNvSpPr/>
          <p:nvPr/>
        </p:nvSpPr>
        <p:spPr>
          <a:xfrm>
            <a:off x="558760" y="2247000"/>
            <a:ext cx="3589853" cy="1566267"/>
          </a:xfrm>
          <a:prstGeom prst="roundRect">
            <a:avLst>
              <a:gd name="adj" fmla="val 6487"/>
            </a:avLst>
          </a:prstGeom>
          <a:solidFill>
            <a:schemeClr val="accent5">
              <a:lumMod val="75000"/>
            </a:schemeClr>
          </a:solidFill>
          <a:ln w="11430">
            <a:solidFill>
              <a:srgbClr val="E5E3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ADA0E56B-87CE-709E-308E-48B90C764EF8}"/>
              </a:ext>
            </a:extLst>
          </p:cNvPr>
          <p:cNvSpPr/>
          <p:nvPr/>
        </p:nvSpPr>
        <p:spPr>
          <a:xfrm>
            <a:off x="769501" y="2475481"/>
            <a:ext cx="179625" cy="13208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650" b="1" kern="0" spc="117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650" dirty="0">
              <a:solidFill>
                <a:schemeClr val="bg1"/>
              </a:solidFill>
            </a:endParaRPr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605B07E2-64B6-59F8-B247-70BE4659BEC1}"/>
              </a:ext>
            </a:extLst>
          </p:cNvPr>
          <p:cNvSpPr/>
          <p:nvPr/>
        </p:nvSpPr>
        <p:spPr>
          <a:xfrm>
            <a:off x="3325892" y="2457741"/>
            <a:ext cx="611981" cy="14216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1430">
            <a:solidFill>
              <a:srgbClr val="E5E3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733D31F3-72E2-6F0F-E768-923A46A0991F}"/>
              </a:ext>
            </a:extLst>
          </p:cNvPr>
          <p:cNvSpPr/>
          <p:nvPr/>
        </p:nvSpPr>
        <p:spPr>
          <a:xfrm>
            <a:off x="3397012" y="2490761"/>
            <a:ext cx="520541" cy="101521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500" kern="0" spc="7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VISIBILITY</a:t>
            </a:r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D00F045B-BD73-5F43-88C2-2C280DDBC2A4}"/>
              </a:ext>
            </a:extLst>
          </p:cNvPr>
          <p:cNvSpPr/>
          <p:nvPr/>
        </p:nvSpPr>
        <p:spPr>
          <a:xfrm>
            <a:off x="769501" y="2714201"/>
            <a:ext cx="3263423" cy="215305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15000"/>
              </a:lnSpc>
            </a:pPr>
            <a:r>
              <a:rPr lang="en-US" sz="1300" b="1" kern="0" spc="-19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portfolio visibility.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3EE90979-D160-32D6-17D4-E281819AD88D}"/>
              </a:ext>
            </a:extLst>
          </p:cNvPr>
          <p:cNvSpPr/>
          <p:nvPr/>
        </p:nvSpPr>
        <p:spPr>
          <a:xfrm>
            <a:off x="769501" y="2992926"/>
            <a:ext cx="3263423" cy="511175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274 active projects tracked across three global R&amp;D hubs — India, Greece, Romania — with live status monitoring from queue through commercialization.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4E03639D-D44B-E2E5-5FB6-819E0130C390}"/>
              </a:ext>
            </a:extLst>
          </p:cNvPr>
          <p:cNvSpPr/>
          <p:nvPr/>
        </p:nvSpPr>
        <p:spPr>
          <a:xfrm>
            <a:off x="769501" y="3478701"/>
            <a:ext cx="3168372" cy="762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4C7F35C3-72F8-EB5B-2B8E-5C4709F52218}"/>
              </a:ext>
            </a:extLst>
          </p:cNvPr>
          <p:cNvSpPr/>
          <p:nvPr/>
        </p:nvSpPr>
        <p:spPr>
          <a:xfrm>
            <a:off x="769501" y="3600622"/>
            <a:ext cx="404059" cy="2286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1600" b="1" kern="0" spc="-32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274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26752426-DC62-873C-0BA5-ABD9D34FA1A1}"/>
              </a:ext>
            </a:extLst>
          </p:cNvPr>
          <p:cNvSpPr/>
          <p:nvPr/>
        </p:nvSpPr>
        <p:spPr>
          <a:xfrm>
            <a:off x="1186219" y="3707301"/>
            <a:ext cx="704215" cy="1168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550" kern="0" spc="66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PROJECTS LIVE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F25B9A48-C9B5-7680-4F3E-EC1747243351}"/>
              </a:ext>
            </a:extLst>
          </p:cNvPr>
          <p:cNvSpPr/>
          <p:nvPr/>
        </p:nvSpPr>
        <p:spPr>
          <a:xfrm>
            <a:off x="4301014" y="2247000"/>
            <a:ext cx="3589853" cy="1566267"/>
          </a:xfrm>
          <a:prstGeom prst="roundRect">
            <a:avLst>
              <a:gd name="adj" fmla="val 6487"/>
            </a:avLst>
          </a:prstGeom>
          <a:solidFill>
            <a:schemeClr val="accent5">
              <a:lumMod val="75000"/>
            </a:schemeClr>
          </a:solidFill>
          <a:ln w="11430">
            <a:solidFill>
              <a:srgbClr val="E5E3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775B9B7A-BDDC-F586-59E1-3245B3C6F77D}"/>
              </a:ext>
            </a:extLst>
          </p:cNvPr>
          <p:cNvSpPr/>
          <p:nvPr/>
        </p:nvSpPr>
        <p:spPr>
          <a:xfrm>
            <a:off x="4511754" y="2475481"/>
            <a:ext cx="179625" cy="13208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650" b="1" kern="0" spc="117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650" dirty="0">
              <a:solidFill>
                <a:schemeClr val="bg1"/>
              </a:solidFill>
            </a:endParaRPr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6474264E-2FEF-927A-C813-7BD401E147CA}"/>
              </a:ext>
            </a:extLst>
          </p:cNvPr>
          <p:cNvSpPr/>
          <p:nvPr/>
        </p:nvSpPr>
        <p:spPr>
          <a:xfrm>
            <a:off x="7068145" y="2457741"/>
            <a:ext cx="611981" cy="14216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1430">
            <a:solidFill>
              <a:srgbClr val="E5E3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78CE3C3E-DA62-4E8C-A477-0177B9D04F2C}"/>
              </a:ext>
            </a:extLst>
          </p:cNvPr>
          <p:cNvSpPr/>
          <p:nvPr/>
        </p:nvSpPr>
        <p:spPr>
          <a:xfrm>
            <a:off x="7139265" y="2490761"/>
            <a:ext cx="520541" cy="101521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500" kern="0" spc="7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SCHEDULING</a:t>
            </a:r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B1896027-280E-1717-1037-BE83F879E75A}"/>
              </a:ext>
            </a:extLst>
          </p:cNvPr>
          <p:cNvSpPr/>
          <p:nvPr/>
        </p:nvSpPr>
        <p:spPr>
          <a:xfrm>
            <a:off x="4511755" y="2714201"/>
            <a:ext cx="3263423" cy="215305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15000"/>
              </a:lnSpc>
            </a:pPr>
            <a:r>
              <a:rPr lang="en-US" sz="1300" b="1" kern="0" spc="-19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Resource-constrained scheduling.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36770E01-A589-68BF-ABC9-6470C3BB0FA2}"/>
              </a:ext>
            </a:extLst>
          </p:cNvPr>
          <p:cNvSpPr/>
          <p:nvPr/>
        </p:nvSpPr>
        <p:spPr>
          <a:xfrm>
            <a:off x="4511755" y="2992926"/>
            <a:ext cx="3263423" cy="587376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auto-scheduler enforces a strict one-engineer-one-design-task-per-week rule, eliminating unrealistic overlaps and exposing true capacity.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40" name="Shape 34">
            <a:extLst>
              <a:ext uri="{FF2B5EF4-FFF2-40B4-BE49-F238E27FC236}">
                <a16:creationId xmlns:a16="http://schemas.microsoft.com/office/drawing/2014/main" id="{27F16141-D6CF-205A-8FFE-B7845B84D202}"/>
              </a:ext>
            </a:extLst>
          </p:cNvPr>
          <p:cNvSpPr/>
          <p:nvPr/>
        </p:nvSpPr>
        <p:spPr>
          <a:xfrm>
            <a:off x="4511754" y="3478701"/>
            <a:ext cx="3168372" cy="762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43F9C239-2624-6E0A-6228-C258DBAD8C56}"/>
              </a:ext>
            </a:extLst>
          </p:cNvPr>
          <p:cNvSpPr/>
          <p:nvPr/>
        </p:nvSpPr>
        <p:spPr>
          <a:xfrm>
            <a:off x="4511754" y="3600622"/>
            <a:ext cx="436681" cy="2286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85000" lnSpcReduction="10000"/>
          </a:bodyPr>
          <a:lstStyle/>
          <a:p>
            <a:r>
              <a:rPr lang="en-US" sz="1600" b="1" kern="0" spc="-32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1:1:1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28270936-6D0B-CAA8-AFD2-0DD07973E3A5}"/>
              </a:ext>
            </a:extLst>
          </p:cNvPr>
          <p:cNvSpPr/>
          <p:nvPr/>
        </p:nvSpPr>
        <p:spPr>
          <a:xfrm>
            <a:off x="4961096" y="3707301"/>
            <a:ext cx="1156653" cy="1168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550" kern="0" spc="66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ENGINEER · TASK · WEEK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43" name="Shape 37">
            <a:extLst>
              <a:ext uri="{FF2B5EF4-FFF2-40B4-BE49-F238E27FC236}">
                <a16:creationId xmlns:a16="http://schemas.microsoft.com/office/drawing/2014/main" id="{F215506B-4C63-06CC-FF31-4866444ED7F7}"/>
              </a:ext>
            </a:extLst>
          </p:cNvPr>
          <p:cNvSpPr/>
          <p:nvPr/>
        </p:nvSpPr>
        <p:spPr>
          <a:xfrm>
            <a:off x="8043267" y="2247000"/>
            <a:ext cx="3589973" cy="1566267"/>
          </a:xfrm>
          <a:prstGeom prst="roundRect">
            <a:avLst>
              <a:gd name="adj" fmla="val 6487"/>
            </a:avLst>
          </a:prstGeom>
          <a:solidFill>
            <a:schemeClr val="accent5">
              <a:lumMod val="75000"/>
            </a:schemeClr>
          </a:solidFill>
          <a:ln w="11430">
            <a:solidFill>
              <a:srgbClr val="E5E3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C9C299AB-9593-7FB9-1B84-50395BB53B19}"/>
              </a:ext>
            </a:extLst>
          </p:cNvPr>
          <p:cNvSpPr/>
          <p:nvPr/>
        </p:nvSpPr>
        <p:spPr>
          <a:xfrm>
            <a:off x="8254008" y="2475481"/>
            <a:ext cx="179625" cy="13208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650" b="1" kern="0" spc="117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650" dirty="0">
              <a:solidFill>
                <a:schemeClr val="bg1"/>
              </a:solidFill>
            </a:endParaRPr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CDA872BC-B560-6C44-B7E5-4791D1DB3188}"/>
              </a:ext>
            </a:extLst>
          </p:cNvPr>
          <p:cNvSpPr/>
          <p:nvPr/>
        </p:nvSpPr>
        <p:spPr>
          <a:xfrm>
            <a:off x="10622637" y="2457741"/>
            <a:ext cx="799862" cy="14216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1430">
            <a:solidFill>
              <a:srgbClr val="E5E3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6104686C-4A77-9E9B-75ED-9C1409EE5365}"/>
              </a:ext>
            </a:extLst>
          </p:cNvPr>
          <p:cNvSpPr/>
          <p:nvPr/>
        </p:nvSpPr>
        <p:spPr>
          <a:xfrm>
            <a:off x="10693757" y="2490761"/>
            <a:ext cx="708422" cy="101521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500" kern="0" spc="7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PRIORITIZATION</a:t>
            </a:r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27E9A928-3148-4EFB-1260-514848C56288}"/>
              </a:ext>
            </a:extLst>
          </p:cNvPr>
          <p:cNvSpPr/>
          <p:nvPr/>
        </p:nvSpPr>
        <p:spPr>
          <a:xfrm>
            <a:off x="8254008" y="2714201"/>
            <a:ext cx="3263546" cy="215305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15000"/>
              </a:lnSpc>
            </a:pPr>
            <a:r>
              <a:rPr lang="en-US" sz="1300" b="1" kern="0" spc="-19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Logic and Data-driven prioritization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019E953F-6505-E5A9-BCEF-44A180467930}"/>
              </a:ext>
            </a:extLst>
          </p:cNvPr>
          <p:cNvSpPr/>
          <p:nvPr/>
        </p:nvSpPr>
        <p:spPr>
          <a:xfrm>
            <a:off x="8254008" y="2992926"/>
            <a:ext cx="3263546" cy="511175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P1 → P4 priority buckets combined with financial metrics — TCOGS, Gross Margin, ROI — drive transparent, defensible project sequencing.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49" name="Shape 43">
            <a:extLst>
              <a:ext uri="{FF2B5EF4-FFF2-40B4-BE49-F238E27FC236}">
                <a16:creationId xmlns:a16="http://schemas.microsoft.com/office/drawing/2014/main" id="{FD943CA7-4C86-33B1-F6A3-78A5647B27F1}"/>
              </a:ext>
            </a:extLst>
          </p:cNvPr>
          <p:cNvSpPr/>
          <p:nvPr/>
        </p:nvSpPr>
        <p:spPr>
          <a:xfrm>
            <a:off x="8254008" y="3478701"/>
            <a:ext cx="3168491" cy="762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50" name="Text 44">
            <a:extLst>
              <a:ext uri="{FF2B5EF4-FFF2-40B4-BE49-F238E27FC236}">
                <a16:creationId xmlns:a16="http://schemas.microsoft.com/office/drawing/2014/main" id="{E10BDDC4-8A11-7B1D-E812-DE9F1D068E5B}"/>
              </a:ext>
            </a:extLst>
          </p:cNvPr>
          <p:cNvSpPr/>
          <p:nvPr/>
        </p:nvSpPr>
        <p:spPr>
          <a:xfrm>
            <a:off x="8254008" y="3600622"/>
            <a:ext cx="602059" cy="2286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1600" b="1" kern="0" spc="-32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P1–P4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85C4DF5B-E7A4-0C08-D174-644296FF2C14}"/>
              </a:ext>
            </a:extLst>
          </p:cNvPr>
          <p:cNvSpPr/>
          <p:nvPr/>
        </p:nvSpPr>
        <p:spPr>
          <a:xfrm>
            <a:off x="8868727" y="3707301"/>
            <a:ext cx="955556" cy="1168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550" kern="0" spc="66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TCOGS · GM · ROI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52" name="Shape 46">
            <a:extLst>
              <a:ext uri="{FF2B5EF4-FFF2-40B4-BE49-F238E27FC236}">
                <a16:creationId xmlns:a16="http://schemas.microsoft.com/office/drawing/2014/main" id="{7D19FD0B-7AC4-B2F0-AF48-77D7607487E2}"/>
              </a:ext>
            </a:extLst>
          </p:cNvPr>
          <p:cNvSpPr/>
          <p:nvPr/>
        </p:nvSpPr>
        <p:spPr>
          <a:xfrm>
            <a:off x="558760" y="3965668"/>
            <a:ext cx="3589853" cy="1566267"/>
          </a:xfrm>
          <a:prstGeom prst="roundRect">
            <a:avLst>
              <a:gd name="adj" fmla="val 6487"/>
            </a:avLst>
          </a:prstGeom>
          <a:solidFill>
            <a:schemeClr val="accent5">
              <a:lumMod val="75000"/>
            </a:schemeClr>
          </a:solidFill>
          <a:ln w="11430">
            <a:solidFill>
              <a:srgbClr val="E5E3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53" name="Text 47">
            <a:extLst>
              <a:ext uri="{FF2B5EF4-FFF2-40B4-BE49-F238E27FC236}">
                <a16:creationId xmlns:a16="http://schemas.microsoft.com/office/drawing/2014/main" id="{7B72DA5A-3253-3950-095B-87DCA9FAE479}"/>
              </a:ext>
            </a:extLst>
          </p:cNvPr>
          <p:cNvSpPr/>
          <p:nvPr/>
        </p:nvSpPr>
        <p:spPr>
          <a:xfrm>
            <a:off x="769501" y="4194148"/>
            <a:ext cx="179625" cy="13208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650" b="1" kern="0" spc="117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650" dirty="0">
              <a:solidFill>
                <a:schemeClr val="bg1"/>
              </a:solidFill>
            </a:endParaRPr>
          </a:p>
        </p:txBody>
      </p:sp>
      <p:sp>
        <p:nvSpPr>
          <p:cNvPr id="54" name="Shape 48">
            <a:extLst>
              <a:ext uri="{FF2B5EF4-FFF2-40B4-BE49-F238E27FC236}">
                <a16:creationId xmlns:a16="http://schemas.microsoft.com/office/drawing/2014/main" id="{8D9BAD5F-3EE0-5F86-4EC5-DE9E45B0587E}"/>
              </a:ext>
            </a:extLst>
          </p:cNvPr>
          <p:cNvSpPr/>
          <p:nvPr/>
        </p:nvSpPr>
        <p:spPr>
          <a:xfrm>
            <a:off x="3278981" y="4176408"/>
            <a:ext cx="658892" cy="14216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1430">
            <a:solidFill>
              <a:srgbClr val="E5E3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55" name="Text 49">
            <a:extLst>
              <a:ext uri="{FF2B5EF4-FFF2-40B4-BE49-F238E27FC236}">
                <a16:creationId xmlns:a16="http://schemas.microsoft.com/office/drawing/2014/main" id="{5C3D96B9-2343-C7E4-CE71-D1173CFE0F28}"/>
              </a:ext>
            </a:extLst>
          </p:cNvPr>
          <p:cNvSpPr/>
          <p:nvPr/>
        </p:nvSpPr>
        <p:spPr>
          <a:xfrm>
            <a:off x="3350101" y="4209428"/>
            <a:ext cx="567452" cy="101521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500" kern="0" spc="7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FORECASTING</a:t>
            </a:r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56" name="Text 50">
            <a:extLst>
              <a:ext uri="{FF2B5EF4-FFF2-40B4-BE49-F238E27FC236}">
                <a16:creationId xmlns:a16="http://schemas.microsoft.com/office/drawing/2014/main" id="{4B60DB99-02FF-4ACE-3A72-0536FDCC7319}"/>
              </a:ext>
            </a:extLst>
          </p:cNvPr>
          <p:cNvSpPr/>
          <p:nvPr/>
        </p:nvSpPr>
        <p:spPr>
          <a:xfrm>
            <a:off x="769501" y="4432869"/>
            <a:ext cx="3263423" cy="215305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15000"/>
              </a:lnSpc>
            </a:pPr>
            <a:r>
              <a:rPr lang="en-US" sz="1300" b="1" kern="0" spc="-19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Delivery forecasting.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7" name="Text 51">
            <a:extLst>
              <a:ext uri="{FF2B5EF4-FFF2-40B4-BE49-F238E27FC236}">
                <a16:creationId xmlns:a16="http://schemas.microsoft.com/office/drawing/2014/main" id="{F8344088-9D5E-B6D2-CD0B-F5D0B0432CCA}"/>
              </a:ext>
            </a:extLst>
          </p:cNvPr>
          <p:cNvSpPr/>
          <p:nvPr/>
        </p:nvSpPr>
        <p:spPr>
          <a:xfrm>
            <a:off x="769501" y="4711594"/>
            <a:ext cx="3263423" cy="511175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simulation engine projects realistic completion dates and surfaces spill-over projects that won't finish inside the current year — early.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58" name="Shape 52">
            <a:extLst>
              <a:ext uri="{FF2B5EF4-FFF2-40B4-BE49-F238E27FC236}">
                <a16:creationId xmlns:a16="http://schemas.microsoft.com/office/drawing/2014/main" id="{77907CA1-9781-9DD8-5D0A-7CFEB63FF6E6}"/>
              </a:ext>
            </a:extLst>
          </p:cNvPr>
          <p:cNvSpPr/>
          <p:nvPr/>
        </p:nvSpPr>
        <p:spPr>
          <a:xfrm>
            <a:off x="769501" y="5197368"/>
            <a:ext cx="3168372" cy="762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59" name="Text 53">
            <a:extLst>
              <a:ext uri="{FF2B5EF4-FFF2-40B4-BE49-F238E27FC236}">
                <a16:creationId xmlns:a16="http://schemas.microsoft.com/office/drawing/2014/main" id="{2D4CD6E4-4B12-2B5F-7754-58106967295D}"/>
              </a:ext>
            </a:extLst>
          </p:cNvPr>
          <p:cNvSpPr/>
          <p:nvPr/>
        </p:nvSpPr>
        <p:spPr>
          <a:xfrm>
            <a:off x="769501" y="5319288"/>
            <a:ext cx="754579" cy="2286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1600" b="1" kern="0" spc="-32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≤ wk 52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F8E0291F-E019-95A6-3D31-6BA23A4DC170}"/>
              </a:ext>
            </a:extLst>
          </p:cNvPr>
          <p:cNvSpPr/>
          <p:nvPr/>
        </p:nvSpPr>
        <p:spPr>
          <a:xfrm>
            <a:off x="1536740" y="5425968"/>
            <a:ext cx="1307385" cy="1168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550" kern="0" spc="66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COMPLETING-THIS-YEAR FLAG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9136507B-56ED-65F5-0A9F-D1A8311EBEBF}"/>
              </a:ext>
            </a:extLst>
          </p:cNvPr>
          <p:cNvSpPr/>
          <p:nvPr/>
        </p:nvSpPr>
        <p:spPr>
          <a:xfrm>
            <a:off x="4301014" y="3965668"/>
            <a:ext cx="3589853" cy="1566267"/>
          </a:xfrm>
          <a:prstGeom prst="roundRect">
            <a:avLst>
              <a:gd name="adj" fmla="val 6487"/>
            </a:avLst>
          </a:prstGeom>
          <a:solidFill>
            <a:schemeClr val="accent5">
              <a:lumMod val="75000"/>
            </a:schemeClr>
          </a:solidFill>
          <a:ln w="11430">
            <a:solidFill>
              <a:srgbClr val="E5E3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62" name="Text 56">
            <a:extLst>
              <a:ext uri="{FF2B5EF4-FFF2-40B4-BE49-F238E27FC236}">
                <a16:creationId xmlns:a16="http://schemas.microsoft.com/office/drawing/2014/main" id="{AD4D9D85-FEBD-3954-4EDF-7E85B8BF2F14}"/>
              </a:ext>
            </a:extLst>
          </p:cNvPr>
          <p:cNvSpPr/>
          <p:nvPr/>
        </p:nvSpPr>
        <p:spPr>
          <a:xfrm>
            <a:off x="4511754" y="4194148"/>
            <a:ext cx="179625" cy="13208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650" b="1" kern="0" spc="117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650" dirty="0">
              <a:solidFill>
                <a:schemeClr val="bg1"/>
              </a:solidFill>
            </a:endParaRPr>
          </a:p>
        </p:txBody>
      </p:sp>
      <p:sp>
        <p:nvSpPr>
          <p:cNvPr id="63" name="Shape 57">
            <a:extLst>
              <a:ext uri="{FF2B5EF4-FFF2-40B4-BE49-F238E27FC236}">
                <a16:creationId xmlns:a16="http://schemas.microsoft.com/office/drawing/2014/main" id="{D9DA5CD0-D764-A133-6B65-D92CCE90DA55}"/>
              </a:ext>
            </a:extLst>
          </p:cNvPr>
          <p:cNvSpPr/>
          <p:nvPr/>
        </p:nvSpPr>
        <p:spPr>
          <a:xfrm>
            <a:off x="6974205" y="4176408"/>
            <a:ext cx="705921" cy="14216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1430">
            <a:solidFill>
              <a:srgbClr val="E5E3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64" name="Text 58">
            <a:extLst>
              <a:ext uri="{FF2B5EF4-FFF2-40B4-BE49-F238E27FC236}">
                <a16:creationId xmlns:a16="http://schemas.microsoft.com/office/drawing/2014/main" id="{645520BE-0AEE-C359-64AA-F734BCE4EC10}"/>
              </a:ext>
            </a:extLst>
          </p:cNvPr>
          <p:cNvSpPr/>
          <p:nvPr/>
        </p:nvSpPr>
        <p:spPr>
          <a:xfrm>
            <a:off x="7045325" y="4209428"/>
            <a:ext cx="614481" cy="101521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500" kern="0" spc="7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CAPACITY</a:t>
            </a:r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65" name="Text 59">
            <a:extLst>
              <a:ext uri="{FF2B5EF4-FFF2-40B4-BE49-F238E27FC236}">
                <a16:creationId xmlns:a16="http://schemas.microsoft.com/office/drawing/2014/main" id="{1DD0E226-E5BC-D97F-5A33-58A6BEB83F78}"/>
              </a:ext>
            </a:extLst>
          </p:cNvPr>
          <p:cNvSpPr/>
          <p:nvPr/>
        </p:nvSpPr>
        <p:spPr>
          <a:xfrm>
            <a:off x="4511755" y="4414115"/>
            <a:ext cx="3263423" cy="215305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15000"/>
              </a:lnSpc>
            </a:pPr>
            <a:r>
              <a:rPr lang="en-US" sz="1300" b="1" kern="0" spc="-19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Design, Lab &amp; Compliance resource  optimization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6" name="Text 60">
            <a:extLst>
              <a:ext uri="{FF2B5EF4-FFF2-40B4-BE49-F238E27FC236}">
                <a16:creationId xmlns:a16="http://schemas.microsoft.com/office/drawing/2014/main" id="{51105A32-AD6D-F5E4-48C9-16270A5AD84C}"/>
              </a:ext>
            </a:extLst>
          </p:cNvPr>
          <p:cNvSpPr/>
          <p:nvPr/>
        </p:nvSpPr>
        <p:spPr>
          <a:xfrm>
            <a:off x="4511755" y="4711594"/>
            <a:ext cx="3263423" cy="511175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chamber routing with weekly capacity tracking prevents lab bottlenecks across all testing facilities and hub combinations.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67" name="Shape 61">
            <a:extLst>
              <a:ext uri="{FF2B5EF4-FFF2-40B4-BE49-F238E27FC236}">
                <a16:creationId xmlns:a16="http://schemas.microsoft.com/office/drawing/2014/main" id="{517EDF96-B681-DE8E-E95C-1C237A98C57E}"/>
              </a:ext>
            </a:extLst>
          </p:cNvPr>
          <p:cNvSpPr/>
          <p:nvPr/>
        </p:nvSpPr>
        <p:spPr>
          <a:xfrm>
            <a:off x="4511754" y="5197368"/>
            <a:ext cx="3168372" cy="762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68" name="Text 62">
            <a:extLst>
              <a:ext uri="{FF2B5EF4-FFF2-40B4-BE49-F238E27FC236}">
                <a16:creationId xmlns:a16="http://schemas.microsoft.com/office/drawing/2014/main" id="{B9DC4936-5023-D081-84C4-97D6CBE1B80A}"/>
              </a:ext>
            </a:extLst>
          </p:cNvPr>
          <p:cNvSpPr/>
          <p:nvPr/>
        </p:nvSpPr>
        <p:spPr>
          <a:xfrm>
            <a:off x="4511754" y="5319288"/>
            <a:ext cx="409773" cy="2286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1600" b="1" kern="0" spc="-32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/ 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9" name="Text 63">
            <a:extLst>
              <a:ext uri="{FF2B5EF4-FFF2-40B4-BE49-F238E27FC236}">
                <a16:creationId xmlns:a16="http://schemas.microsoft.com/office/drawing/2014/main" id="{C1309BA5-D851-6955-F5AD-A981B3BB2B87}"/>
              </a:ext>
            </a:extLst>
          </p:cNvPr>
          <p:cNvSpPr/>
          <p:nvPr/>
        </p:nvSpPr>
        <p:spPr>
          <a:xfrm>
            <a:off x="4934188" y="5425968"/>
            <a:ext cx="1056045" cy="1168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550" kern="0" spc="66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PROJECTS PER CHAMBER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70" name="Shape 64">
            <a:extLst>
              <a:ext uri="{FF2B5EF4-FFF2-40B4-BE49-F238E27FC236}">
                <a16:creationId xmlns:a16="http://schemas.microsoft.com/office/drawing/2014/main" id="{AA5CA7C2-CF6C-3383-E53C-CBD345475A47}"/>
              </a:ext>
            </a:extLst>
          </p:cNvPr>
          <p:cNvSpPr/>
          <p:nvPr/>
        </p:nvSpPr>
        <p:spPr>
          <a:xfrm>
            <a:off x="8043267" y="3965668"/>
            <a:ext cx="3589973" cy="1566267"/>
          </a:xfrm>
          <a:prstGeom prst="roundRect">
            <a:avLst>
              <a:gd name="adj" fmla="val 6487"/>
            </a:avLst>
          </a:prstGeom>
          <a:solidFill>
            <a:schemeClr val="accent5">
              <a:lumMod val="75000"/>
            </a:schemeClr>
          </a:solidFill>
          <a:ln w="11430">
            <a:solidFill>
              <a:srgbClr val="E5E3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71" name="Text 65">
            <a:extLst>
              <a:ext uri="{FF2B5EF4-FFF2-40B4-BE49-F238E27FC236}">
                <a16:creationId xmlns:a16="http://schemas.microsoft.com/office/drawing/2014/main" id="{8DA61B39-2505-31A6-8D1A-337584132ACB}"/>
              </a:ext>
            </a:extLst>
          </p:cNvPr>
          <p:cNvSpPr/>
          <p:nvPr/>
        </p:nvSpPr>
        <p:spPr>
          <a:xfrm>
            <a:off x="8254008" y="4194148"/>
            <a:ext cx="179625" cy="13208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650" b="1" kern="0" spc="117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650" dirty="0">
              <a:solidFill>
                <a:schemeClr val="bg1"/>
              </a:solidFill>
            </a:endParaRPr>
          </a:p>
        </p:txBody>
      </p:sp>
      <p:sp>
        <p:nvSpPr>
          <p:cNvPr id="72" name="Shape 66">
            <a:extLst>
              <a:ext uri="{FF2B5EF4-FFF2-40B4-BE49-F238E27FC236}">
                <a16:creationId xmlns:a16="http://schemas.microsoft.com/office/drawing/2014/main" id="{BC7970B3-6834-D170-FEC4-1DA51066FB57}"/>
              </a:ext>
            </a:extLst>
          </p:cNvPr>
          <p:cNvSpPr/>
          <p:nvPr/>
        </p:nvSpPr>
        <p:spPr>
          <a:xfrm>
            <a:off x="10857547" y="4176408"/>
            <a:ext cx="564951" cy="14216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1430">
            <a:solidFill>
              <a:srgbClr val="E5E3D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73" name="Text 67">
            <a:extLst>
              <a:ext uri="{FF2B5EF4-FFF2-40B4-BE49-F238E27FC236}">
                <a16:creationId xmlns:a16="http://schemas.microsoft.com/office/drawing/2014/main" id="{B88DB83F-F690-BC5F-BD89-27B8D5498E4F}"/>
              </a:ext>
            </a:extLst>
          </p:cNvPr>
          <p:cNvSpPr/>
          <p:nvPr/>
        </p:nvSpPr>
        <p:spPr>
          <a:xfrm>
            <a:off x="10928667" y="4209428"/>
            <a:ext cx="473511" cy="101521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500" kern="0" spc="70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DECISIONS</a:t>
            </a:r>
            <a:endParaRPr lang="en-US" sz="500" dirty="0">
              <a:solidFill>
                <a:schemeClr val="bg1"/>
              </a:solidFill>
            </a:endParaRPr>
          </a:p>
        </p:txBody>
      </p:sp>
      <p:sp>
        <p:nvSpPr>
          <p:cNvPr id="74" name="Text 68">
            <a:extLst>
              <a:ext uri="{FF2B5EF4-FFF2-40B4-BE49-F238E27FC236}">
                <a16:creationId xmlns:a16="http://schemas.microsoft.com/office/drawing/2014/main" id="{366D0E80-E8C1-9C93-E8D3-2A001374E433}"/>
              </a:ext>
            </a:extLst>
          </p:cNvPr>
          <p:cNvSpPr/>
          <p:nvPr/>
        </p:nvSpPr>
        <p:spPr>
          <a:xfrm>
            <a:off x="8254008" y="4432869"/>
            <a:ext cx="3263546" cy="215305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15000"/>
              </a:lnSpc>
            </a:pPr>
            <a:r>
              <a:rPr lang="en-US" sz="1300" b="1" kern="0" spc="-19" dirty="0">
                <a:solidFill>
                  <a:srgbClr val="FFC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Management decision support.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75" name="Text 69">
            <a:extLst>
              <a:ext uri="{FF2B5EF4-FFF2-40B4-BE49-F238E27FC236}">
                <a16:creationId xmlns:a16="http://schemas.microsoft.com/office/drawing/2014/main" id="{A89EF3F8-FA00-DFC1-53A0-E12661A26D4A}"/>
              </a:ext>
            </a:extLst>
          </p:cNvPr>
          <p:cNvSpPr/>
          <p:nvPr/>
        </p:nvSpPr>
        <p:spPr>
          <a:xfrm>
            <a:off x="8254008" y="4711594"/>
            <a:ext cx="3263546" cy="511175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Gantt, Kanban and Capacity views give leadership actionable insight for resource reallocation, without waiting on weekly reports.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76" name="Shape 70">
            <a:extLst>
              <a:ext uri="{FF2B5EF4-FFF2-40B4-BE49-F238E27FC236}">
                <a16:creationId xmlns:a16="http://schemas.microsoft.com/office/drawing/2014/main" id="{9F54B00A-6B53-57F4-EA95-665CC3FB8BC6}"/>
              </a:ext>
            </a:extLst>
          </p:cNvPr>
          <p:cNvSpPr/>
          <p:nvPr/>
        </p:nvSpPr>
        <p:spPr>
          <a:xfrm>
            <a:off x="8254008" y="5197368"/>
            <a:ext cx="3168491" cy="762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77" name="Text 71">
            <a:extLst>
              <a:ext uri="{FF2B5EF4-FFF2-40B4-BE49-F238E27FC236}">
                <a16:creationId xmlns:a16="http://schemas.microsoft.com/office/drawing/2014/main" id="{35F2E841-2C02-AB1F-4F64-45CCBF75E005}"/>
              </a:ext>
            </a:extLst>
          </p:cNvPr>
          <p:cNvSpPr/>
          <p:nvPr/>
        </p:nvSpPr>
        <p:spPr>
          <a:xfrm>
            <a:off x="8254008" y="5319288"/>
            <a:ext cx="170458" cy="2286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r>
              <a:rPr lang="en-US" sz="1600" b="1" kern="0" spc="-32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8" name="Text 72">
            <a:extLst>
              <a:ext uri="{FF2B5EF4-FFF2-40B4-BE49-F238E27FC236}">
                <a16:creationId xmlns:a16="http://schemas.microsoft.com/office/drawing/2014/main" id="{7CAA57A8-C0A0-0E17-E086-BED8120AAE96}"/>
              </a:ext>
            </a:extLst>
          </p:cNvPr>
          <p:cNvSpPr/>
          <p:nvPr/>
        </p:nvSpPr>
        <p:spPr>
          <a:xfrm>
            <a:off x="8437126" y="5425968"/>
            <a:ext cx="1156653" cy="1168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r>
              <a:rPr lang="en-US" sz="550" kern="0" spc="66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DECISION SURFACES</a:t>
            </a:r>
            <a:endParaRPr lang="en-US" sz="550" dirty="0">
              <a:solidFill>
                <a:schemeClr val="bg1"/>
              </a:solidFill>
            </a:endParaRPr>
          </a:p>
        </p:txBody>
      </p:sp>
      <p:sp>
        <p:nvSpPr>
          <p:cNvPr id="79" name="Shape 73">
            <a:extLst>
              <a:ext uri="{FF2B5EF4-FFF2-40B4-BE49-F238E27FC236}">
                <a16:creationId xmlns:a16="http://schemas.microsoft.com/office/drawing/2014/main" id="{5EC8ED08-F35E-DD0C-C6D1-C17256015E6C}"/>
              </a:ext>
            </a:extLst>
          </p:cNvPr>
          <p:cNvSpPr/>
          <p:nvPr/>
        </p:nvSpPr>
        <p:spPr>
          <a:xfrm>
            <a:off x="558761" y="5684334"/>
            <a:ext cx="11074479" cy="7620"/>
          </a:xfrm>
          <a:prstGeom prst="rect">
            <a:avLst/>
          </a:prstGeom>
          <a:solidFill>
            <a:srgbClr val="E5E3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B387BD8-6EA4-F23D-3CBA-45E386C4203E}"/>
              </a:ext>
            </a:extLst>
          </p:cNvPr>
          <p:cNvSpPr txBox="1"/>
          <p:nvPr/>
        </p:nvSpPr>
        <p:spPr>
          <a:xfrm>
            <a:off x="443353" y="537330"/>
            <a:ext cx="114002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Six capabilities on the RPD platform — from live portfolio visibility to forecast-grade delivery dates and management decision support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01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C6716-A5A0-2A30-D231-44FF0F5D0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D3C93B-806C-225C-661C-89D5DFFF1A78}"/>
              </a:ext>
            </a:extLst>
          </p:cNvPr>
          <p:cNvSpPr txBox="1"/>
          <p:nvPr/>
        </p:nvSpPr>
        <p:spPr>
          <a:xfrm>
            <a:off x="59238" y="85836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RPD Platform —Logic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4BBD95-1BDC-73E4-CEE5-2E62B0D67B22}"/>
              </a:ext>
            </a:extLst>
          </p:cNvPr>
          <p:cNvSpPr/>
          <p:nvPr/>
        </p:nvSpPr>
        <p:spPr>
          <a:xfrm>
            <a:off x="2743200" y="475488"/>
            <a:ext cx="9418320" cy="0"/>
          </a:xfrm>
          <a:prstGeom prst="line">
            <a:avLst/>
          </a:prstGeom>
          <a:noFill/>
          <a:ln w="19050">
            <a:solidFill>
              <a:srgbClr val="335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175">
            <a:extLst>
              <a:ext uri="{FF2B5EF4-FFF2-40B4-BE49-F238E27FC236}">
                <a16:creationId xmlns:a16="http://schemas.microsoft.com/office/drawing/2014/main" id="{4A0F0FDD-2E8E-1A88-30E4-EB654F3474CE}"/>
              </a:ext>
            </a:extLst>
          </p:cNvPr>
          <p:cNvSpPr/>
          <p:nvPr/>
        </p:nvSpPr>
        <p:spPr>
          <a:xfrm>
            <a:off x="109728" y="6461521"/>
            <a:ext cx="11942064" cy="0"/>
          </a:xfrm>
          <a:prstGeom prst="line">
            <a:avLst/>
          </a:prstGeom>
          <a:noFill/>
          <a:ln w="6350">
            <a:solidFill>
              <a:srgbClr val="D1D7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BF5D0D-34C7-AB69-385F-11E576245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779" y="582653"/>
            <a:ext cx="10026442" cy="564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84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2CF8F-6B7B-2B21-87F8-8F7DAA0B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BE05AF-BAE2-577D-D68B-CC7B9CA6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06" y="941583"/>
            <a:ext cx="10188823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26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59FA7-553E-4F2D-7A8A-9BFFC09F4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C6BAA-8779-CCCF-3B75-7DF9C46EC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51" y="252248"/>
            <a:ext cx="9736421" cy="34153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061CA3-7B30-A3C1-E138-16B75C263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51" y="3821126"/>
            <a:ext cx="6598227" cy="262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5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81EC1-9944-1999-A051-E8AA104B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69FEC1-A3A0-62FD-0465-A01AA8C69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" y="227881"/>
            <a:ext cx="11180618" cy="469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261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32748-476D-0B85-3C49-07A90587E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3F55E3-2F0E-8C80-4A57-353111B70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64" y="611803"/>
            <a:ext cx="10806545" cy="438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91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1920-0822-559F-2E32-FDA03402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AB99A4-ADB4-8E98-B062-C37CBBEC8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5" y="616005"/>
            <a:ext cx="11066318" cy="450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75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9B21F-B471-0A6C-BEA9-86099036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95FB15-DE79-B763-588D-DAEB9A5C8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9" y="313611"/>
            <a:ext cx="10297391" cy="392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0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2821-906E-1E49-4B45-56F1E609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F8D6E9-E471-BE0A-DFBA-FC256D596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9" y="313611"/>
            <a:ext cx="10297391" cy="392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75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6E074-A42A-EF56-9DA9-991CD4E7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2234F4-599B-DBA4-09CA-DD4B190AC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2" y="892091"/>
            <a:ext cx="11055927" cy="416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39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060153-09AD-1D4B-A647-4F527A770E96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rgbClr val="8B00EE"/>
              </a:gs>
              <a:gs pos="100000">
                <a:srgbClr val="335AFF"/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FDC038-1DB3-4B41-A7E7-76680AF6C730}"/>
              </a:ext>
            </a:extLst>
          </p:cNvPr>
          <p:cNvSpPr txBox="1"/>
          <p:nvPr/>
        </p:nvSpPr>
        <p:spPr>
          <a:xfrm>
            <a:off x="7113320" y="2921168"/>
            <a:ext cx="4422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6000" i="0" u="none" strike="noStrike" dirty="0">
                <a:solidFill>
                  <a:schemeClr val="bg1"/>
                </a:solidFill>
                <a:effectLst/>
                <a:latin typeface="PF Futura Neu Book" panose="02000504040000020004" pitchFamily="50" charset="0"/>
              </a:rPr>
              <a:t>Thank you</a:t>
            </a:r>
            <a:endParaRPr lang="en-GR" sz="6000" dirty="0">
              <a:solidFill>
                <a:schemeClr val="bg1"/>
              </a:solidFill>
              <a:latin typeface="PF Futura Neu Book" panose="02000504040000020004" pitchFamily="50" charset="0"/>
            </a:endParaRP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AA9EAE58-DE0C-124D-B959-99064AD04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595" y="2889250"/>
            <a:ext cx="2876551" cy="1079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A9C8D2-EDA3-EB4F-8FD2-4DB3EF1B7626}"/>
              </a:ext>
            </a:extLst>
          </p:cNvPr>
          <p:cNvSpPr/>
          <p:nvPr/>
        </p:nvSpPr>
        <p:spPr>
          <a:xfrm>
            <a:off x="12100954" y="2542362"/>
            <a:ext cx="122713" cy="1773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95347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F226736036194691370B3D053BAD51" ma:contentTypeVersion="1" ma:contentTypeDescription="Create a new document." ma:contentTypeScope="" ma:versionID="a33f8db11cd68669c4ded873d6920f4c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BBFC3D-650D-44ED-AB2A-8AE557483E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DD0A96-5045-4877-819B-8298088C3F4E}">
  <ds:schemaRefs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E6A647C5-1BD9-4453-A63E-B278E8F7C0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1168</TotalTime>
  <Words>260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Arial</vt:lpstr>
      <vt:lpstr>Calibri</vt:lpstr>
      <vt:lpstr>JetBrains Mono</vt:lpstr>
      <vt:lpstr>Manrope</vt:lpstr>
      <vt:lpstr>Manrope Medium</vt:lpstr>
      <vt:lpstr>Menlo Regular</vt:lpstr>
      <vt:lpstr>PF Futura Neu Book</vt:lpstr>
      <vt:lpstr>System Font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Takis Barbalias</dc:creator>
  <cp:lastModifiedBy>Gahlot Sachin</cp:lastModifiedBy>
  <cp:revision>82</cp:revision>
  <dcterms:created xsi:type="dcterms:W3CDTF">2023-09-29T09:09:54Z</dcterms:created>
  <dcterms:modified xsi:type="dcterms:W3CDTF">2026-07-27T11:23:25Z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0x01010036F226736036194691370B3D053BAD51</vt:lpwstr>
  </property>
</Properties>
</file>